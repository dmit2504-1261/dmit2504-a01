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60" r:id="rId3"/>
    <p:sldId id="259" r:id="rId4"/>
    <p:sldId id="261" r:id="rId5"/>
    <p:sldId id="262" r:id="rId6"/>
    <p:sldId id="263" r:id="rId7"/>
    <p:sldId id="265" r:id="rId8"/>
    <p:sldId id="267" r:id="rId9"/>
    <p:sldId id="268" r:id="rId10"/>
    <p:sldId id="266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33C6B3-4B4B-4831-B85A-A4E0DD70BED8}" v="5" dt="2024-10-05T16:51:24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741" autoAdjust="0"/>
  </p:normalViewPr>
  <p:slideViewPr>
    <p:cSldViewPr snapToGrid="0">
      <p:cViewPr varScale="1">
        <p:scale>
          <a:sx n="98" d="100"/>
          <a:sy n="98" d="100"/>
        </p:scale>
        <p:origin x="3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Maurer" userId="63e8d4ad-d51a-484a-93f0-e9b7fcba0e4f" providerId="ADAL" clId="{FD33C6B3-4B4B-4831-B85A-A4E0DD70BED8}"/>
    <pc:docChg chg="undo redo custSel addSld delSld modSld">
      <pc:chgData name="Tom Maurer" userId="63e8d4ad-d51a-484a-93f0-e9b7fcba0e4f" providerId="ADAL" clId="{FD33C6B3-4B4B-4831-B85A-A4E0DD70BED8}" dt="2024-10-05T17:31:15.487" v="2546" actId="20577"/>
      <pc:docMkLst>
        <pc:docMk/>
      </pc:docMkLst>
      <pc:sldChg chg="modSp mod">
        <pc:chgData name="Tom Maurer" userId="63e8d4ad-d51a-484a-93f0-e9b7fcba0e4f" providerId="ADAL" clId="{FD33C6B3-4B4B-4831-B85A-A4E0DD70BED8}" dt="2024-10-04T21:42:54.525" v="36" actId="20577"/>
        <pc:sldMkLst>
          <pc:docMk/>
          <pc:sldMk cId="1330967993" sldId="256"/>
        </pc:sldMkLst>
        <pc:spChg chg="mod">
          <ac:chgData name="Tom Maurer" userId="63e8d4ad-d51a-484a-93f0-e9b7fcba0e4f" providerId="ADAL" clId="{FD33C6B3-4B4B-4831-B85A-A4E0DD70BED8}" dt="2024-10-04T21:42:47.823" v="26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FD33C6B3-4B4B-4831-B85A-A4E0DD70BED8}" dt="2024-10-04T21:42:54.525" v="36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del">
        <pc:chgData name="Tom Maurer" userId="63e8d4ad-d51a-484a-93f0-e9b7fcba0e4f" providerId="ADAL" clId="{FD33C6B3-4B4B-4831-B85A-A4E0DD70BED8}" dt="2024-10-04T21:44:07.056" v="37" actId="47"/>
        <pc:sldMkLst>
          <pc:docMk/>
          <pc:sldMk cId="665582587" sldId="261"/>
        </pc:sldMkLst>
      </pc:sldChg>
      <pc:sldChg chg="addSp delSp modSp new del mod setBg addAnim delAnim">
        <pc:chgData name="Tom Maurer" userId="63e8d4ad-d51a-484a-93f0-e9b7fcba0e4f" providerId="ADAL" clId="{FD33C6B3-4B4B-4831-B85A-A4E0DD70BED8}" dt="2024-10-04T21:45:12.718" v="184" actId="47"/>
        <pc:sldMkLst>
          <pc:docMk/>
          <pc:sldMk cId="1399140471" sldId="261"/>
        </pc:sldMkLst>
        <pc:spChg chg="del mod">
          <ac:chgData name="Tom Maurer" userId="63e8d4ad-d51a-484a-93f0-e9b7fcba0e4f" providerId="ADAL" clId="{FD33C6B3-4B4B-4831-B85A-A4E0DD70BED8}" dt="2024-10-04T21:45:10.897" v="183" actId="21"/>
          <ac:spMkLst>
            <pc:docMk/>
            <pc:sldMk cId="1399140471" sldId="261"/>
            <ac:spMk id="2" creationId="{A1BDCA56-707F-258A-E423-0774002191B4}"/>
          </ac:spMkLst>
        </pc:spChg>
        <pc:spChg chg="del">
          <ac:chgData name="Tom Maurer" userId="63e8d4ad-d51a-484a-93f0-e9b7fcba0e4f" providerId="ADAL" clId="{FD33C6B3-4B4B-4831-B85A-A4E0DD70BED8}" dt="2024-10-04T21:44:28.048" v="59" actId="478"/>
          <ac:spMkLst>
            <pc:docMk/>
            <pc:sldMk cId="1399140471" sldId="261"/>
            <ac:spMk id="3" creationId="{6B89CBB8-6F8F-6E02-02F2-A5F880626EEF}"/>
          </ac:spMkLst>
        </pc:spChg>
        <pc:spChg chg="add mod">
          <ac:chgData name="Tom Maurer" userId="63e8d4ad-d51a-484a-93f0-e9b7fcba0e4f" providerId="ADAL" clId="{FD33C6B3-4B4B-4831-B85A-A4E0DD70BED8}" dt="2024-10-04T21:45:10.897" v="183" actId="21"/>
          <ac:spMkLst>
            <pc:docMk/>
            <pc:sldMk cId="1399140471" sldId="261"/>
            <ac:spMk id="6" creationId="{754633A3-EDF7-A066-9A25-BFC34B141A8E}"/>
          </ac:spMkLst>
        </pc:spChg>
        <pc:spChg chg="add">
          <ac:chgData name="Tom Maurer" userId="63e8d4ad-d51a-484a-93f0-e9b7fcba0e4f" providerId="ADAL" clId="{FD33C6B3-4B4B-4831-B85A-A4E0DD70BED8}" dt="2024-10-04T21:45:02.111" v="181" actId="26606"/>
          <ac:spMkLst>
            <pc:docMk/>
            <pc:sldMk cId="1399140471" sldId="261"/>
            <ac:spMk id="12" creationId="{8F54B2FB-3F54-4350-8D1B-F86D677CA7ED}"/>
          </ac:spMkLst>
        </pc:spChg>
        <pc:spChg chg="add">
          <ac:chgData name="Tom Maurer" userId="63e8d4ad-d51a-484a-93f0-e9b7fcba0e4f" providerId="ADAL" clId="{FD33C6B3-4B4B-4831-B85A-A4E0DD70BED8}" dt="2024-10-04T21:45:02.111" v="181" actId="26606"/>
          <ac:spMkLst>
            <pc:docMk/>
            <pc:sldMk cId="1399140471" sldId="261"/>
            <ac:spMk id="18" creationId="{DDB56DB5-0324-4F79-9AB8-CB18C1DC8743}"/>
          </ac:spMkLst>
        </pc:spChg>
        <pc:spChg chg="add">
          <ac:chgData name="Tom Maurer" userId="63e8d4ad-d51a-484a-93f0-e9b7fcba0e4f" providerId="ADAL" clId="{FD33C6B3-4B4B-4831-B85A-A4E0DD70BED8}" dt="2024-10-04T21:45:02.111" v="181" actId="26606"/>
          <ac:spMkLst>
            <pc:docMk/>
            <pc:sldMk cId="1399140471" sldId="261"/>
            <ac:spMk id="20" creationId="{318E9D62-7BA3-4D5E-8915-0D0E8661E3D7}"/>
          </ac:spMkLst>
        </pc:spChg>
        <pc:picChg chg="add">
          <ac:chgData name="Tom Maurer" userId="63e8d4ad-d51a-484a-93f0-e9b7fcba0e4f" providerId="ADAL" clId="{FD33C6B3-4B4B-4831-B85A-A4E0DD70BED8}" dt="2024-10-04T21:45:02.111" v="181" actId="26606"/>
          <ac:picMkLst>
            <pc:docMk/>
            <pc:sldMk cId="1399140471" sldId="261"/>
            <ac:picMk id="4" creationId="{3555A5A8-9003-49B4-E473-2BCEA380CB10}"/>
          </ac:picMkLst>
        </pc:picChg>
        <pc:picChg chg="add">
          <ac:chgData name="Tom Maurer" userId="63e8d4ad-d51a-484a-93f0-e9b7fcba0e4f" providerId="ADAL" clId="{FD33C6B3-4B4B-4831-B85A-A4E0DD70BED8}" dt="2024-10-04T21:45:02.111" v="181" actId="26606"/>
          <ac:picMkLst>
            <pc:docMk/>
            <pc:sldMk cId="1399140471" sldId="261"/>
            <ac:picMk id="8" creationId="{AA085689-791F-4B8F-9F30-12415B97D366}"/>
          </ac:picMkLst>
        </pc:picChg>
        <pc:picChg chg="add">
          <ac:chgData name="Tom Maurer" userId="63e8d4ad-d51a-484a-93f0-e9b7fcba0e4f" providerId="ADAL" clId="{FD33C6B3-4B4B-4831-B85A-A4E0DD70BED8}" dt="2024-10-04T21:45:02.111" v="181" actId="26606"/>
          <ac:picMkLst>
            <pc:docMk/>
            <pc:sldMk cId="1399140471" sldId="261"/>
            <ac:picMk id="10" creationId="{AA3FED7F-6821-47C0-A464-E9278B24129E}"/>
          </ac:picMkLst>
        </pc:picChg>
        <pc:picChg chg="add">
          <ac:chgData name="Tom Maurer" userId="63e8d4ad-d51a-484a-93f0-e9b7fcba0e4f" providerId="ADAL" clId="{FD33C6B3-4B4B-4831-B85A-A4E0DD70BED8}" dt="2024-10-04T21:45:02.111" v="181" actId="26606"/>
          <ac:picMkLst>
            <pc:docMk/>
            <pc:sldMk cId="1399140471" sldId="261"/>
            <ac:picMk id="14" creationId="{561B34F5-88E5-4711-BC16-3005C29AD7C6}"/>
          </ac:picMkLst>
        </pc:picChg>
        <pc:picChg chg="add">
          <ac:chgData name="Tom Maurer" userId="63e8d4ad-d51a-484a-93f0-e9b7fcba0e4f" providerId="ADAL" clId="{FD33C6B3-4B4B-4831-B85A-A4E0DD70BED8}" dt="2024-10-04T21:45:02.111" v="181" actId="26606"/>
          <ac:picMkLst>
            <pc:docMk/>
            <pc:sldMk cId="1399140471" sldId="261"/>
            <ac:picMk id="16" creationId="{4F3661D0-2268-4D3E-88BA-0647BCBE33AF}"/>
          </ac:picMkLst>
        </pc:picChg>
      </pc:sldChg>
      <pc:sldChg chg="addSp delSp modSp new mod setBg modAnim">
        <pc:chgData name="Tom Maurer" userId="63e8d4ad-d51a-484a-93f0-e9b7fcba0e4f" providerId="ADAL" clId="{FD33C6B3-4B4B-4831-B85A-A4E0DD70BED8}" dt="2024-10-04T21:45:27.151" v="192" actId="26606"/>
        <pc:sldMkLst>
          <pc:docMk/>
          <pc:sldMk cId="3876469648" sldId="261"/>
        </pc:sldMkLst>
        <pc:spChg chg="del">
          <ac:chgData name="Tom Maurer" userId="63e8d4ad-d51a-484a-93f0-e9b7fcba0e4f" providerId="ADAL" clId="{FD33C6B3-4B4B-4831-B85A-A4E0DD70BED8}" dt="2024-10-04T21:45:19.611" v="186"/>
          <ac:spMkLst>
            <pc:docMk/>
            <pc:sldMk cId="3876469648" sldId="261"/>
            <ac:spMk id="2" creationId="{E0484CAF-EA94-F12A-EB16-BDE43DFB9F6C}"/>
          </ac:spMkLst>
        </pc:spChg>
        <pc:spChg chg="add del">
          <ac:chgData name="Tom Maurer" userId="63e8d4ad-d51a-484a-93f0-e9b7fcba0e4f" providerId="ADAL" clId="{FD33C6B3-4B4B-4831-B85A-A4E0DD70BED8}" dt="2024-10-04T21:45:27.151" v="192" actId="26606"/>
          <ac:spMkLst>
            <pc:docMk/>
            <pc:sldMk cId="3876469648" sldId="261"/>
            <ac:spMk id="3" creationId="{24E19F6B-7B17-33B6-276B-A2CD6673E5F5}"/>
          </ac:spMkLst>
        </pc:spChg>
        <pc:spChg chg="add mod">
          <ac:chgData name="Tom Maurer" userId="63e8d4ad-d51a-484a-93f0-e9b7fcba0e4f" providerId="ADAL" clId="{FD33C6B3-4B4B-4831-B85A-A4E0DD70BED8}" dt="2024-10-04T21:45:27.151" v="192" actId="26606"/>
          <ac:spMkLst>
            <pc:docMk/>
            <pc:sldMk cId="3876469648" sldId="261"/>
            <ac:spMk id="4" creationId="{A1BDCA56-707F-258A-E423-0774002191B4}"/>
          </ac:spMkLst>
        </pc:spChg>
        <pc:spChg chg="add del">
          <ac:chgData name="Tom Maurer" userId="63e8d4ad-d51a-484a-93f0-e9b7fcba0e4f" providerId="ADAL" clId="{FD33C6B3-4B4B-4831-B85A-A4E0DD70BED8}" dt="2024-10-04T21:45:24.846" v="189" actId="26606"/>
          <ac:spMkLst>
            <pc:docMk/>
            <pc:sldMk cId="3876469648" sldId="261"/>
            <ac:spMk id="14" creationId="{8F54B2FB-3F54-4350-8D1B-F86D677CA7ED}"/>
          </ac:spMkLst>
        </pc:spChg>
        <pc:spChg chg="add del">
          <ac:chgData name="Tom Maurer" userId="63e8d4ad-d51a-484a-93f0-e9b7fcba0e4f" providerId="ADAL" clId="{FD33C6B3-4B4B-4831-B85A-A4E0DD70BED8}" dt="2024-10-04T21:45:24.846" v="189" actId="26606"/>
          <ac:spMkLst>
            <pc:docMk/>
            <pc:sldMk cId="3876469648" sldId="261"/>
            <ac:spMk id="20" creationId="{DDB56DB5-0324-4F79-9AB8-CB18C1DC8743}"/>
          </ac:spMkLst>
        </pc:spChg>
        <pc:spChg chg="add del">
          <ac:chgData name="Tom Maurer" userId="63e8d4ad-d51a-484a-93f0-e9b7fcba0e4f" providerId="ADAL" clId="{FD33C6B3-4B4B-4831-B85A-A4E0DD70BED8}" dt="2024-10-04T21:45:24.846" v="189" actId="26606"/>
          <ac:spMkLst>
            <pc:docMk/>
            <pc:sldMk cId="3876469648" sldId="261"/>
            <ac:spMk id="22" creationId="{318E9D62-7BA3-4D5E-8915-0D0E8661E3D7}"/>
          </ac:spMkLst>
        </pc:spChg>
        <pc:spChg chg="add del">
          <ac:chgData name="Tom Maurer" userId="63e8d4ad-d51a-484a-93f0-e9b7fcba0e4f" providerId="ADAL" clId="{FD33C6B3-4B4B-4831-B85A-A4E0DD70BED8}" dt="2024-10-04T21:45:27.075" v="191" actId="26606"/>
          <ac:spMkLst>
            <pc:docMk/>
            <pc:sldMk cId="3876469648" sldId="261"/>
            <ac:spMk id="26" creationId="{8F54B2FB-3F54-4350-8D1B-F86D677CA7ED}"/>
          </ac:spMkLst>
        </pc:spChg>
        <pc:spChg chg="add del">
          <ac:chgData name="Tom Maurer" userId="63e8d4ad-d51a-484a-93f0-e9b7fcba0e4f" providerId="ADAL" clId="{FD33C6B3-4B4B-4831-B85A-A4E0DD70BED8}" dt="2024-10-04T21:45:27.075" v="191" actId="26606"/>
          <ac:spMkLst>
            <pc:docMk/>
            <pc:sldMk cId="3876469648" sldId="261"/>
            <ac:spMk id="29" creationId="{DDB56DB5-0324-4F79-9AB8-CB18C1DC8743}"/>
          </ac:spMkLst>
        </pc:spChg>
        <pc:spChg chg="add">
          <ac:chgData name="Tom Maurer" userId="63e8d4ad-d51a-484a-93f0-e9b7fcba0e4f" providerId="ADAL" clId="{FD33C6B3-4B4B-4831-B85A-A4E0DD70BED8}" dt="2024-10-04T21:45:27.151" v="192" actId="26606"/>
          <ac:spMkLst>
            <pc:docMk/>
            <pc:sldMk cId="3876469648" sldId="261"/>
            <ac:spMk id="34" creationId="{8F54B2FB-3F54-4350-8D1B-F86D677CA7ED}"/>
          </ac:spMkLst>
        </pc:spChg>
        <pc:spChg chg="add">
          <ac:chgData name="Tom Maurer" userId="63e8d4ad-d51a-484a-93f0-e9b7fcba0e4f" providerId="ADAL" clId="{FD33C6B3-4B4B-4831-B85A-A4E0DD70BED8}" dt="2024-10-04T21:45:27.151" v="192" actId="26606"/>
          <ac:spMkLst>
            <pc:docMk/>
            <pc:sldMk cId="3876469648" sldId="261"/>
            <ac:spMk id="37" creationId="{DDB56DB5-0324-4F79-9AB8-CB18C1DC8743}"/>
          </ac:spMkLst>
        </pc:spChg>
        <pc:spChg chg="add">
          <ac:chgData name="Tom Maurer" userId="63e8d4ad-d51a-484a-93f0-e9b7fcba0e4f" providerId="ADAL" clId="{FD33C6B3-4B4B-4831-B85A-A4E0DD70BED8}" dt="2024-10-04T21:45:27.151" v="192" actId="26606"/>
          <ac:spMkLst>
            <pc:docMk/>
            <pc:sldMk cId="3876469648" sldId="261"/>
            <ac:spMk id="39" creationId="{C91B2AEB-9C03-4291-82DB-27D351F311F4}"/>
          </ac:spMkLst>
        </pc:spChg>
        <pc:picChg chg="add del">
          <ac:chgData name="Tom Maurer" userId="63e8d4ad-d51a-484a-93f0-e9b7fcba0e4f" providerId="ADAL" clId="{FD33C6B3-4B4B-4831-B85A-A4E0DD70BED8}" dt="2024-10-04T21:45:24.846" v="189" actId="26606"/>
          <ac:picMkLst>
            <pc:docMk/>
            <pc:sldMk cId="3876469648" sldId="261"/>
            <ac:picMk id="6" creationId="{B95EA1DE-3B23-C097-21CA-87C159F39A28}"/>
          </ac:picMkLst>
        </pc:picChg>
        <pc:picChg chg="add del">
          <ac:chgData name="Tom Maurer" userId="63e8d4ad-d51a-484a-93f0-e9b7fcba0e4f" providerId="ADAL" clId="{FD33C6B3-4B4B-4831-B85A-A4E0DD70BED8}" dt="2024-10-04T21:45:24.846" v="189" actId="26606"/>
          <ac:picMkLst>
            <pc:docMk/>
            <pc:sldMk cId="3876469648" sldId="261"/>
            <ac:picMk id="10" creationId="{AA085689-791F-4B8F-9F30-12415B97D366}"/>
          </ac:picMkLst>
        </pc:picChg>
        <pc:picChg chg="add del">
          <ac:chgData name="Tom Maurer" userId="63e8d4ad-d51a-484a-93f0-e9b7fcba0e4f" providerId="ADAL" clId="{FD33C6B3-4B4B-4831-B85A-A4E0DD70BED8}" dt="2024-10-04T21:45:24.846" v="189" actId="26606"/>
          <ac:picMkLst>
            <pc:docMk/>
            <pc:sldMk cId="3876469648" sldId="261"/>
            <ac:picMk id="12" creationId="{AA3FED7F-6821-47C0-A464-E9278B24129E}"/>
          </ac:picMkLst>
        </pc:picChg>
        <pc:picChg chg="add del">
          <ac:chgData name="Tom Maurer" userId="63e8d4ad-d51a-484a-93f0-e9b7fcba0e4f" providerId="ADAL" clId="{FD33C6B3-4B4B-4831-B85A-A4E0DD70BED8}" dt="2024-10-04T21:45:24.846" v="189" actId="26606"/>
          <ac:picMkLst>
            <pc:docMk/>
            <pc:sldMk cId="3876469648" sldId="261"/>
            <ac:picMk id="16" creationId="{561B34F5-88E5-4711-BC16-3005C29AD7C6}"/>
          </ac:picMkLst>
        </pc:picChg>
        <pc:picChg chg="add del">
          <ac:chgData name="Tom Maurer" userId="63e8d4ad-d51a-484a-93f0-e9b7fcba0e4f" providerId="ADAL" clId="{FD33C6B3-4B4B-4831-B85A-A4E0DD70BED8}" dt="2024-10-04T21:45:24.846" v="189" actId="26606"/>
          <ac:picMkLst>
            <pc:docMk/>
            <pc:sldMk cId="3876469648" sldId="261"/>
            <ac:picMk id="18" creationId="{4F3661D0-2268-4D3E-88BA-0647BCBE33AF}"/>
          </ac:picMkLst>
        </pc:picChg>
        <pc:picChg chg="add del">
          <ac:chgData name="Tom Maurer" userId="63e8d4ad-d51a-484a-93f0-e9b7fcba0e4f" providerId="ADAL" clId="{FD33C6B3-4B4B-4831-B85A-A4E0DD70BED8}" dt="2024-10-04T21:45:27.075" v="191" actId="26606"/>
          <ac:picMkLst>
            <pc:docMk/>
            <pc:sldMk cId="3876469648" sldId="261"/>
            <ac:picMk id="24" creationId="{AA085689-791F-4B8F-9F30-12415B97D366}"/>
          </ac:picMkLst>
        </pc:picChg>
        <pc:picChg chg="add del">
          <ac:chgData name="Tom Maurer" userId="63e8d4ad-d51a-484a-93f0-e9b7fcba0e4f" providerId="ADAL" clId="{FD33C6B3-4B4B-4831-B85A-A4E0DD70BED8}" dt="2024-10-04T21:45:27.075" v="191" actId="26606"/>
          <ac:picMkLst>
            <pc:docMk/>
            <pc:sldMk cId="3876469648" sldId="261"/>
            <ac:picMk id="25" creationId="{AA3FED7F-6821-47C0-A464-E9278B24129E}"/>
          </ac:picMkLst>
        </pc:picChg>
        <pc:picChg chg="add del">
          <ac:chgData name="Tom Maurer" userId="63e8d4ad-d51a-484a-93f0-e9b7fcba0e4f" providerId="ADAL" clId="{FD33C6B3-4B4B-4831-B85A-A4E0DD70BED8}" dt="2024-10-04T21:45:27.075" v="191" actId="26606"/>
          <ac:picMkLst>
            <pc:docMk/>
            <pc:sldMk cId="3876469648" sldId="261"/>
            <ac:picMk id="27" creationId="{561B34F5-88E5-4711-BC16-3005C29AD7C6}"/>
          </ac:picMkLst>
        </pc:picChg>
        <pc:picChg chg="add del">
          <ac:chgData name="Tom Maurer" userId="63e8d4ad-d51a-484a-93f0-e9b7fcba0e4f" providerId="ADAL" clId="{FD33C6B3-4B4B-4831-B85A-A4E0DD70BED8}" dt="2024-10-04T21:45:27.075" v="191" actId="26606"/>
          <ac:picMkLst>
            <pc:docMk/>
            <pc:sldMk cId="3876469648" sldId="261"/>
            <ac:picMk id="28" creationId="{4F3661D0-2268-4D3E-88BA-0647BCBE33AF}"/>
          </ac:picMkLst>
        </pc:picChg>
        <pc:picChg chg="add del">
          <ac:chgData name="Tom Maurer" userId="63e8d4ad-d51a-484a-93f0-e9b7fcba0e4f" providerId="ADAL" clId="{FD33C6B3-4B4B-4831-B85A-A4E0DD70BED8}" dt="2024-10-04T21:45:27.075" v="191" actId="26606"/>
          <ac:picMkLst>
            <pc:docMk/>
            <pc:sldMk cId="3876469648" sldId="261"/>
            <ac:picMk id="30" creationId="{33F22B6D-5467-C09B-9101-9314972F0F9D}"/>
          </ac:picMkLst>
        </pc:picChg>
        <pc:picChg chg="add">
          <ac:chgData name="Tom Maurer" userId="63e8d4ad-d51a-484a-93f0-e9b7fcba0e4f" providerId="ADAL" clId="{FD33C6B3-4B4B-4831-B85A-A4E0DD70BED8}" dt="2024-10-04T21:45:27.151" v="192" actId="26606"/>
          <ac:picMkLst>
            <pc:docMk/>
            <pc:sldMk cId="3876469648" sldId="261"/>
            <ac:picMk id="32" creationId="{AA085689-791F-4B8F-9F30-12415B97D366}"/>
          </ac:picMkLst>
        </pc:picChg>
        <pc:picChg chg="add">
          <ac:chgData name="Tom Maurer" userId="63e8d4ad-d51a-484a-93f0-e9b7fcba0e4f" providerId="ADAL" clId="{FD33C6B3-4B4B-4831-B85A-A4E0DD70BED8}" dt="2024-10-04T21:45:27.151" v="192" actId="26606"/>
          <ac:picMkLst>
            <pc:docMk/>
            <pc:sldMk cId="3876469648" sldId="261"/>
            <ac:picMk id="33" creationId="{AA3FED7F-6821-47C0-A464-E9278B24129E}"/>
          </ac:picMkLst>
        </pc:picChg>
        <pc:picChg chg="add">
          <ac:chgData name="Tom Maurer" userId="63e8d4ad-d51a-484a-93f0-e9b7fcba0e4f" providerId="ADAL" clId="{FD33C6B3-4B4B-4831-B85A-A4E0DD70BED8}" dt="2024-10-04T21:45:27.151" v="192" actId="26606"/>
          <ac:picMkLst>
            <pc:docMk/>
            <pc:sldMk cId="3876469648" sldId="261"/>
            <ac:picMk id="35" creationId="{561B34F5-88E5-4711-BC16-3005C29AD7C6}"/>
          </ac:picMkLst>
        </pc:picChg>
        <pc:picChg chg="add">
          <ac:chgData name="Tom Maurer" userId="63e8d4ad-d51a-484a-93f0-e9b7fcba0e4f" providerId="ADAL" clId="{FD33C6B3-4B4B-4831-B85A-A4E0DD70BED8}" dt="2024-10-04T21:45:27.151" v="192" actId="26606"/>
          <ac:picMkLst>
            <pc:docMk/>
            <pc:sldMk cId="3876469648" sldId="261"/>
            <ac:picMk id="36" creationId="{4F3661D0-2268-4D3E-88BA-0647BCBE33AF}"/>
          </ac:picMkLst>
        </pc:picChg>
        <pc:picChg chg="add">
          <ac:chgData name="Tom Maurer" userId="63e8d4ad-d51a-484a-93f0-e9b7fcba0e4f" providerId="ADAL" clId="{FD33C6B3-4B4B-4831-B85A-A4E0DD70BED8}" dt="2024-10-04T21:45:27.151" v="192" actId="26606"/>
          <ac:picMkLst>
            <pc:docMk/>
            <pc:sldMk cId="3876469648" sldId="261"/>
            <ac:picMk id="38" creationId="{3740ED53-BA7D-5C77-B4A5-AA62F9197BCE}"/>
          </ac:picMkLst>
        </pc:picChg>
      </pc:sldChg>
      <pc:sldChg chg="addSp delSp modSp new mod setBg">
        <pc:chgData name="Tom Maurer" userId="63e8d4ad-d51a-484a-93f0-e9b7fcba0e4f" providerId="ADAL" clId="{FD33C6B3-4B4B-4831-B85A-A4E0DD70BED8}" dt="2024-10-04T21:46:02.994" v="260" actId="20577"/>
        <pc:sldMkLst>
          <pc:docMk/>
          <pc:sldMk cId="1725607530" sldId="262"/>
        </pc:sldMkLst>
        <pc:spChg chg="mod">
          <ac:chgData name="Tom Maurer" userId="63e8d4ad-d51a-484a-93f0-e9b7fcba0e4f" providerId="ADAL" clId="{FD33C6B3-4B4B-4831-B85A-A4E0DD70BED8}" dt="2024-10-04T21:46:02.994" v="260" actId="20577"/>
          <ac:spMkLst>
            <pc:docMk/>
            <pc:sldMk cId="1725607530" sldId="262"/>
            <ac:spMk id="2" creationId="{31D9A85E-9E44-3110-131F-D7B1403687F8}"/>
          </ac:spMkLst>
        </pc:spChg>
        <pc:spChg chg="del">
          <ac:chgData name="Tom Maurer" userId="63e8d4ad-d51a-484a-93f0-e9b7fcba0e4f" providerId="ADAL" clId="{FD33C6B3-4B4B-4831-B85A-A4E0DD70BED8}" dt="2024-10-04T21:45:46.470" v="226" actId="478"/>
          <ac:spMkLst>
            <pc:docMk/>
            <pc:sldMk cId="1725607530" sldId="262"/>
            <ac:spMk id="3" creationId="{5D729C6C-B2D3-2BC8-CAFA-A873BF797DDD}"/>
          </ac:spMkLst>
        </pc:spChg>
        <pc:spChg chg="add">
          <ac:chgData name="Tom Maurer" userId="63e8d4ad-d51a-484a-93f0-e9b7fcba0e4f" providerId="ADAL" clId="{FD33C6B3-4B4B-4831-B85A-A4E0DD70BED8}" dt="2024-10-04T21:45:51.890" v="227" actId="26606"/>
          <ac:spMkLst>
            <pc:docMk/>
            <pc:sldMk cId="1725607530" sldId="262"/>
            <ac:spMk id="11" creationId="{1653AB08-C531-42A8-AA8D-C2ABAE87CCE6}"/>
          </ac:spMkLst>
        </pc:spChg>
        <pc:spChg chg="add">
          <ac:chgData name="Tom Maurer" userId="63e8d4ad-d51a-484a-93f0-e9b7fcba0e4f" providerId="ADAL" clId="{FD33C6B3-4B4B-4831-B85A-A4E0DD70BED8}" dt="2024-10-04T21:45:51.890" v="227" actId="26606"/>
          <ac:spMkLst>
            <pc:docMk/>
            <pc:sldMk cId="1725607530" sldId="262"/>
            <ac:spMk id="17" creationId="{CED2641B-4430-4CF4-89AB-3FADDD630F25}"/>
          </ac:spMkLst>
        </pc:spChg>
        <pc:picChg chg="add">
          <ac:chgData name="Tom Maurer" userId="63e8d4ad-d51a-484a-93f0-e9b7fcba0e4f" providerId="ADAL" clId="{FD33C6B3-4B4B-4831-B85A-A4E0DD70BED8}" dt="2024-10-04T21:45:51.890" v="227" actId="26606"/>
          <ac:picMkLst>
            <pc:docMk/>
            <pc:sldMk cId="1725607530" sldId="262"/>
            <ac:picMk id="7" creationId="{5D2D844C-AB64-4A03-80BE-33212E61DD07}"/>
          </ac:picMkLst>
        </pc:picChg>
        <pc:picChg chg="add">
          <ac:chgData name="Tom Maurer" userId="63e8d4ad-d51a-484a-93f0-e9b7fcba0e4f" providerId="ADAL" clId="{FD33C6B3-4B4B-4831-B85A-A4E0DD70BED8}" dt="2024-10-04T21:45:51.890" v="227" actId="26606"/>
          <ac:picMkLst>
            <pc:docMk/>
            <pc:sldMk cId="1725607530" sldId="262"/>
            <ac:picMk id="9" creationId="{CAAD0E9B-89C2-4268-98B4-BA7BFFF2C705}"/>
          </ac:picMkLst>
        </pc:picChg>
        <pc:picChg chg="add">
          <ac:chgData name="Tom Maurer" userId="63e8d4ad-d51a-484a-93f0-e9b7fcba0e4f" providerId="ADAL" clId="{FD33C6B3-4B4B-4831-B85A-A4E0DD70BED8}" dt="2024-10-04T21:45:51.890" v="227" actId="26606"/>
          <ac:picMkLst>
            <pc:docMk/>
            <pc:sldMk cId="1725607530" sldId="262"/>
            <ac:picMk id="13" creationId="{72E47EEC-33C8-4EC3-8BFC-BB02B4171FDA}"/>
          </ac:picMkLst>
        </pc:picChg>
        <pc:picChg chg="add">
          <ac:chgData name="Tom Maurer" userId="63e8d4ad-d51a-484a-93f0-e9b7fcba0e4f" providerId="ADAL" clId="{FD33C6B3-4B4B-4831-B85A-A4E0DD70BED8}" dt="2024-10-04T21:45:51.890" v="227" actId="26606"/>
          <ac:picMkLst>
            <pc:docMk/>
            <pc:sldMk cId="1725607530" sldId="262"/>
            <ac:picMk id="15" creationId="{A8BC9CC6-50D5-4C61-9EDE-315A1B5F14E4}"/>
          </ac:picMkLst>
        </pc:picChg>
        <pc:cxnChg chg="add">
          <ac:chgData name="Tom Maurer" userId="63e8d4ad-d51a-484a-93f0-e9b7fcba0e4f" providerId="ADAL" clId="{FD33C6B3-4B4B-4831-B85A-A4E0DD70BED8}" dt="2024-10-04T21:45:51.890" v="227" actId="26606"/>
          <ac:cxnSpMkLst>
            <pc:docMk/>
            <pc:sldMk cId="1725607530" sldId="262"/>
            <ac:cxnSpMk id="19" creationId="{179C4C8E-197B-4679-AE96-B5147F971C90}"/>
          </ac:cxnSpMkLst>
        </pc:cxnChg>
      </pc:sldChg>
      <pc:sldChg chg="del">
        <pc:chgData name="Tom Maurer" userId="63e8d4ad-d51a-484a-93f0-e9b7fcba0e4f" providerId="ADAL" clId="{FD33C6B3-4B4B-4831-B85A-A4E0DD70BED8}" dt="2024-10-04T21:44:07.601" v="38" actId="47"/>
        <pc:sldMkLst>
          <pc:docMk/>
          <pc:sldMk cId="2878379688" sldId="262"/>
        </pc:sldMkLst>
      </pc:sldChg>
      <pc:sldChg chg="del">
        <pc:chgData name="Tom Maurer" userId="63e8d4ad-d51a-484a-93f0-e9b7fcba0e4f" providerId="ADAL" clId="{FD33C6B3-4B4B-4831-B85A-A4E0DD70BED8}" dt="2024-10-04T21:44:07.845" v="39" actId="47"/>
        <pc:sldMkLst>
          <pc:docMk/>
          <pc:sldMk cId="2144890461" sldId="263"/>
        </pc:sldMkLst>
      </pc:sldChg>
      <pc:sldChg chg="addSp delSp modSp new mod setBg setClrOvrMap">
        <pc:chgData name="Tom Maurer" userId="63e8d4ad-d51a-484a-93f0-e9b7fcba0e4f" providerId="ADAL" clId="{FD33C6B3-4B4B-4831-B85A-A4E0DD70BED8}" dt="2024-10-05T16:29:23.808" v="542" actId="26606"/>
        <pc:sldMkLst>
          <pc:docMk/>
          <pc:sldMk cId="2622321938" sldId="263"/>
        </pc:sldMkLst>
        <pc:spChg chg="mod">
          <ac:chgData name="Tom Maurer" userId="63e8d4ad-d51a-484a-93f0-e9b7fcba0e4f" providerId="ADAL" clId="{FD33C6B3-4B4B-4831-B85A-A4E0DD70BED8}" dt="2024-10-05T16:29:23.808" v="542" actId="26606"/>
          <ac:spMkLst>
            <pc:docMk/>
            <pc:sldMk cId="2622321938" sldId="263"/>
            <ac:spMk id="2" creationId="{D28298F9-87F0-0FBC-428C-3741F19668A7}"/>
          </ac:spMkLst>
        </pc:spChg>
        <pc:spChg chg="del mod">
          <ac:chgData name="Tom Maurer" userId="63e8d4ad-d51a-484a-93f0-e9b7fcba0e4f" providerId="ADAL" clId="{FD33C6B3-4B4B-4831-B85A-A4E0DD70BED8}" dt="2024-10-05T16:29:23.808" v="542" actId="26606"/>
          <ac:spMkLst>
            <pc:docMk/>
            <pc:sldMk cId="2622321938" sldId="263"/>
            <ac:spMk id="3" creationId="{E497EF96-8A4F-8D01-3368-75E6AE9FD46C}"/>
          </ac:spMkLst>
        </pc:spChg>
        <pc:spChg chg="add">
          <ac:chgData name="Tom Maurer" userId="63e8d4ad-d51a-484a-93f0-e9b7fcba0e4f" providerId="ADAL" clId="{FD33C6B3-4B4B-4831-B85A-A4E0DD70BED8}" dt="2024-10-05T16:29:23.808" v="542" actId="26606"/>
          <ac:spMkLst>
            <pc:docMk/>
            <pc:sldMk cId="2622321938" sldId="263"/>
            <ac:spMk id="9" creationId="{0604E0B1-6762-4B99-A6A5-42ED8E20D69F}"/>
          </ac:spMkLst>
        </pc:spChg>
        <pc:spChg chg="add">
          <ac:chgData name="Tom Maurer" userId="63e8d4ad-d51a-484a-93f0-e9b7fcba0e4f" providerId="ADAL" clId="{FD33C6B3-4B4B-4831-B85A-A4E0DD70BED8}" dt="2024-10-05T16:29:23.808" v="542" actId="26606"/>
          <ac:spMkLst>
            <pc:docMk/>
            <pc:sldMk cId="2622321938" sldId="263"/>
            <ac:spMk id="11" creationId="{6D86F5FF-DE1B-4BAB-A7BE-6F39F5DD988E}"/>
          </ac:spMkLst>
        </pc:spChg>
        <pc:spChg chg="add">
          <ac:chgData name="Tom Maurer" userId="63e8d4ad-d51a-484a-93f0-e9b7fcba0e4f" providerId="ADAL" clId="{FD33C6B3-4B4B-4831-B85A-A4E0DD70BED8}" dt="2024-10-05T16:29:23.808" v="542" actId="26606"/>
          <ac:spMkLst>
            <pc:docMk/>
            <pc:sldMk cId="2622321938" sldId="263"/>
            <ac:spMk id="13" creationId="{736AD705-9544-45E1-B278-8D99F718B8E7}"/>
          </ac:spMkLst>
        </pc:spChg>
        <pc:spChg chg="add">
          <ac:chgData name="Tom Maurer" userId="63e8d4ad-d51a-484a-93f0-e9b7fcba0e4f" providerId="ADAL" clId="{FD33C6B3-4B4B-4831-B85A-A4E0DD70BED8}" dt="2024-10-05T16:29:23.808" v="542" actId="26606"/>
          <ac:spMkLst>
            <pc:docMk/>
            <pc:sldMk cId="2622321938" sldId="263"/>
            <ac:spMk id="15" creationId="{8DFFC5B7-4963-4902-8A90-EFF5766892DF}"/>
          </ac:spMkLst>
        </pc:spChg>
        <pc:graphicFrameChg chg="add">
          <ac:chgData name="Tom Maurer" userId="63e8d4ad-d51a-484a-93f0-e9b7fcba0e4f" providerId="ADAL" clId="{FD33C6B3-4B4B-4831-B85A-A4E0DD70BED8}" dt="2024-10-05T16:29:23.808" v="542" actId="26606"/>
          <ac:graphicFrameMkLst>
            <pc:docMk/>
            <pc:sldMk cId="2622321938" sldId="263"/>
            <ac:graphicFrameMk id="5" creationId="{EE3F4E14-8B7C-8964-8D11-867774629882}"/>
          </ac:graphicFrameMkLst>
        </pc:graphicFrameChg>
      </pc:sldChg>
      <pc:sldChg chg="del">
        <pc:chgData name="Tom Maurer" userId="63e8d4ad-d51a-484a-93f0-e9b7fcba0e4f" providerId="ADAL" clId="{FD33C6B3-4B4B-4831-B85A-A4E0DD70BED8}" dt="2024-10-04T21:44:08.042" v="40" actId="47"/>
        <pc:sldMkLst>
          <pc:docMk/>
          <pc:sldMk cId="2955142335" sldId="264"/>
        </pc:sldMkLst>
      </pc:sldChg>
      <pc:sldChg chg="modSp new del mod">
        <pc:chgData name="Tom Maurer" userId="63e8d4ad-d51a-484a-93f0-e9b7fcba0e4f" providerId="ADAL" clId="{FD33C6B3-4B4B-4831-B85A-A4E0DD70BED8}" dt="2024-10-05T16:30:12.676" v="645" actId="47"/>
        <pc:sldMkLst>
          <pc:docMk/>
          <pc:sldMk cId="3642462973" sldId="264"/>
        </pc:sldMkLst>
        <pc:spChg chg="mod">
          <ac:chgData name="Tom Maurer" userId="63e8d4ad-d51a-484a-93f0-e9b7fcba0e4f" providerId="ADAL" clId="{FD33C6B3-4B4B-4831-B85A-A4E0DD70BED8}" dt="2024-10-05T16:29:34.025" v="573" actId="20577"/>
          <ac:spMkLst>
            <pc:docMk/>
            <pc:sldMk cId="3642462973" sldId="264"/>
            <ac:spMk id="2" creationId="{0C75051C-17BD-2258-A078-A48708CCD688}"/>
          </ac:spMkLst>
        </pc:spChg>
      </pc:sldChg>
      <pc:sldChg chg="del">
        <pc:chgData name="Tom Maurer" userId="63e8d4ad-d51a-484a-93f0-e9b7fcba0e4f" providerId="ADAL" clId="{FD33C6B3-4B4B-4831-B85A-A4E0DD70BED8}" dt="2024-10-04T21:44:08.219" v="41" actId="47"/>
        <pc:sldMkLst>
          <pc:docMk/>
          <pc:sldMk cId="825612598" sldId="265"/>
        </pc:sldMkLst>
      </pc:sldChg>
      <pc:sldChg chg="addSp delSp modSp new mod">
        <pc:chgData name="Tom Maurer" userId="63e8d4ad-d51a-484a-93f0-e9b7fcba0e4f" providerId="ADAL" clId="{FD33C6B3-4B4B-4831-B85A-A4E0DD70BED8}" dt="2024-10-05T16:40:27.428" v="1280" actId="20577"/>
        <pc:sldMkLst>
          <pc:docMk/>
          <pc:sldMk cId="4171367019" sldId="265"/>
        </pc:sldMkLst>
        <pc:spChg chg="mod">
          <ac:chgData name="Tom Maurer" userId="63e8d4ad-d51a-484a-93f0-e9b7fcba0e4f" providerId="ADAL" clId="{FD33C6B3-4B4B-4831-B85A-A4E0DD70BED8}" dt="2024-10-05T16:29:46.823" v="604" actId="20577"/>
          <ac:spMkLst>
            <pc:docMk/>
            <pc:sldMk cId="4171367019" sldId="265"/>
            <ac:spMk id="2" creationId="{A80ED355-E9D8-5AED-D06C-7445D764E357}"/>
          </ac:spMkLst>
        </pc:spChg>
        <pc:spChg chg="mod">
          <ac:chgData name="Tom Maurer" userId="63e8d4ad-d51a-484a-93f0-e9b7fcba0e4f" providerId="ADAL" clId="{FD33C6B3-4B4B-4831-B85A-A4E0DD70BED8}" dt="2024-10-05T16:40:27.428" v="1280" actId="20577"/>
          <ac:spMkLst>
            <pc:docMk/>
            <pc:sldMk cId="4171367019" sldId="265"/>
            <ac:spMk id="3" creationId="{B4115183-451E-0DCF-E1AB-4119A4BFF085}"/>
          </ac:spMkLst>
        </pc:spChg>
        <pc:spChg chg="del">
          <ac:chgData name="Tom Maurer" userId="63e8d4ad-d51a-484a-93f0-e9b7fcba0e4f" providerId="ADAL" clId="{FD33C6B3-4B4B-4831-B85A-A4E0DD70BED8}" dt="2024-10-05T16:30:42.896" v="723" actId="478"/>
          <ac:spMkLst>
            <pc:docMk/>
            <pc:sldMk cId="4171367019" sldId="265"/>
            <ac:spMk id="4" creationId="{A7B9FDA0-841F-B475-CAAA-45D06F0CEDF3}"/>
          </ac:spMkLst>
        </pc:spChg>
        <pc:spChg chg="add mod">
          <ac:chgData name="Tom Maurer" userId="63e8d4ad-d51a-484a-93f0-e9b7fcba0e4f" providerId="ADAL" clId="{FD33C6B3-4B4B-4831-B85A-A4E0DD70BED8}" dt="2024-10-05T16:37:09.427" v="973" actId="5793"/>
          <ac:spMkLst>
            <pc:docMk/>
            <pc:sldMk cId="4171367019" sldId="265"/>
            <ac:spMk id="5" creationId="{7722FE72-9B5B-7212-82C5-825603619C24}"/>
          </ac:spMkLst>
        </pc:spChg>
      </pc:sldChg>
      <pc:sldChg chg="addSp delSp modSp new mod setBg">
        <pc:chgData name="Tom Maurer" userId="63e8d4ad-d51a-484a-93f0-e9b7fcba0e4f" providerId="ADAL" clId="{FD33C6B3-4B4B-4831-B85A-A4E0DD70BED8}" dt="2024-10-05T16:46:27.255" v="1750" actId="22"/>
        <pc:sldMkLst>
          <pc:docMk/>
          <pc:sldMk cId="1575297049" sldId="266"/>
        </pc:sldMkLst>
        <pc:spChg chg="mod">
          <ac:chgData name="Tom Maurer" userId="63e8d4ad-d51a-484a-93f0-e9b7fcba0e4f" providerId="ADAL" clId="{FD33C6B3-4B4B-4831-B85A-A4E0DD70BED8}" dt="2024-10-05T16:46:05.846" v="1742" actId="26606"/>
          <ac:spMkLst>
            <pc:docMk/>
            <pc:sldMk cId="1575297049" sldId="266"/>
            <ac:spMk id="2" creationId="{BCF28652-90AE-FD31-33A8-7CADA4CC5EEA}"/>
          </ac:spMkLst>
        </pc:spChg>
        <pc:spChg chg="mod">
          <ac:chgData name="Tom Maurer" userId="63e8d4ad-d51a-484a-93f0-e9b7fcba0e4f" providerId="ADAL" clId="{FD33C6B3-4B4B-4831-B85A-A4E0DD70BED8}" dt="2024-10-05T16:46:18.705" v="1748" actId="14100"/>
          <ac:spMkLst>
            <pc:docMk/>
            <pc:sldMk cId="1575297049" sldId="266"/>
            <ac:spMk id="3" creationId="{DF4D9D5F-4890-0046-13B4-D1BDEFDBBF5B}"/>
          </ac:spMkLst>
        </pc:spChg>
        <pc:spChg chg="add del">
          <ac:chgData name="Tom Maurer" userId="63e8d4ad-d51a-484a-93f0-e9b7fcba0e4f" providerId="ADAL" clId="{FD33C6B3-4B4B-4831-B85A-A4E0DD70BED8}" dt="2024-10-05T16:46:27.255" v="1750" actId="22"/>
          <ac:spMkLst>
            <pc:docMk/>
            <pc:sldMk cId="1575297049" sldId="266"/>
            <ac:spMk id="6" creationId="{16E55C2C-8CFA-253F-B5A3-DAD2704B1200}"/>
          </ac:spMkLst>
        </pc:spChg>
        <pc:picChg chg="add">
          <ac:chgData name="Tom Maurer" userId="63e8d4ad-d51a-484a-93f0-e9b7fcba0e4f" providerId="ADAL" clId="{FD33C6B3-4B4B-4831-B85A-A4E0DD70BED8}" dt="2024-10-05T16:46:05.846" v="1742" actId="26606"/>
          <ac:picMkLst>
            <pc:docMk/>
            <pc:sldMk cId="1575297049" sldId="266"/>
            <ac:picMk id="5" creationId="{EC158B4D-AD6C-9B93-A5B5-65CA5DCA7B27}"/>
          </ac:picMkLst>
        </pc:picChg>
      </pc:sldChg>
      <pc:sldChg chg="del">
        <pc:chgData name="Tom Maurer" userId="63e8d4ad-d51a-484a-93f0-e9b7fcba0e4f" providerId="ADAL" clId="{FD33C6B3-4B4B-4831-B85A-A4E0DD70BED8}" dt="2024-10-04T21:44:09.011" v="43" actId="47"/>
        <pc:sldMkLst>
          <pc:docMk/>
          <pc:sldMk cId="3676123218" sldId="266"/>
        </pc:sldMkLst>
      </pc:sldChg>
      <pc:sldChg chg="modSp add mod">
        <pc:chgData name="Tom Maurer" userId="63e8d4ad-d51a-484a-93f0-e9b7fcba0e4f" providerId="ADAL" clId="{FD33C6B3-4B4B-4831-B85A-A4E0DD70BED8}" dt="2024-10-05T16:40:20.664" v="1268" actId="20577"/>
        <pc:sldMkLst>
          <pc:docMk/>
          <pc:sldMk cId="71633941" sldId="267"/>
        </pc:sldMkLst>
        <pc:spChg chg="mod">
          <ac:chgData name="Tom Maurer" userId="63e8d4ad-d51a-484a-93f0-e9b7fcba0e4f" providerId="ADAL" clId="{FD33C6B3-4B4B-4831-B85A-A4E0DD70BED8}" dt="2024-10-05T16:37:41.905" v="980" actId="20577"/>
          <ac:spMkLst>
            <pc:docMk/>
            <pc:sldMk cId="71633941" sldId="267"/>
            <ac:spMk id="2" creationId="{A80ED355-E9D8-5AED-D06C-7445D764E357}"/>
          </ac:spMkLst>
        </pc:spChg>
        <pc:spChg chg="mod">
          <ac:chgData name="Tom Maurer" userId="63e8d4ad-d51a-484a-93f0-e9b7fcba0e4f" providerId="ADAL" clId="{FD33C6B3-4B4B-4831-B85A-A4E0DD70BED8}" dt="2024-10-05T16:40:20.664" v="1268" actId="20577"/>
          <ac:spMkLst>
            <pc:docMk/>
            <pc:sldMk cId="71633941" sldId="267"/>
            <ac:spMk id="3" creationId="{B4115183-451E-0DCF-E1AB-4119A4BFF085}"/>
          </ac:spMkLst>
        </pc:spChg>
        <pc:spChg chg="mod">
          <ac:chgData name="Tom Maurer" userId="63e8d4ad-d51a-484a-93f0-e9b7fcba0e4f" providerId="ADAL" clId="{FD33C6B3-4B4B-4831-B85A-A4E0DD70BED8}" dt="2024-10-05T16:39:37.526" v="1213" actId="20577"/>
          <ac:spMkLst>
            <pc:docMk/>
            <pc:sldMk cId="71633941" sldId="267"/>
            <ac:spMk id="5" creationId="{7722FE72-9B5B-7212-82C5-825603619C24}"/>
          </ac:spMkLst>
        </pc:spChg>
      </pc:sldChg>
      <pc:sldChg chg="del">
        <pc:chgData name="Tom Maurer" userId="63e8d4ad-d51a-484a-93f0-e9b7fcba0e4f" providerId="ADAL" clId="{FD33C6B3-4B4B-4831-B85A-A4E0DD70BED8}" dt="2024-10-04T21:44:08.375" v="42" actId="47"/>
        <pc:sldMkLst>
          <pc:docMk/>
          <pc:sldMk cId="3889261671" sldId="267"/>
        </pc:sldMkLst>
      </pc:sldChg>
      <pc:sldChg chg="addSp delSp modSp new mod setBg addAnim delAnim">
        <pc:chgData name="Tom Maurer" userId="63e8d4ad-d51a-484a-93f0-e9b7fcba0e4f" providerId="ADAL" clId="{FD33C6B3-4B4B-4831-B85A-A4E0DD70BED8}" dt="2024-10-05T16:42:03.896" v="1303" actId="26606"/>
        <pc:sldMkLst>
          <pc:docMk/>
          <pc:sldMk cId="257561723" sldId="268"/>
        </pc:sldMkLst>
        <pc:spChg chg="mod">
          <ac:chgData name="Tom Maurer" userId="63e8d4ad-d51a-484a-93f0-e9b7fcba0e4f" providerId="ADAL" clId="{FD33C6B3-4B4B-4831-B85A-A4E0DD70BED8}" dt="2024-10-05T16:42:03.896" v="1303" actId="26606"/>
          <ac:spMkLst>
            <pc:docMk/>
            <pc:sldMk cId="257561723" sldId="268"/>
            <ac:spMk id="2" creationId="{FD98EFFE-02A9-4CAC-5973-3D535B8902FF}"/>
          </ac:spMkLst>
        </pc:spChg>
        <pc:spChg chg="add del">
          <ac:chgData name="Tom Maurer" userId="63e8d4ad-d51a-484a-93f0-e9b7fcba0e4f" providerId="ADAL" clId="{FD33C6B3-4B4B-4831-B85A-A4E0DD70BED8}" dt="2024-10-05T16:42:03.827" v="1302" actId="26606"/>
          <ac:spMkLst>
            <pc:docMk/>
            <pc:sldMk cId="257561723" sldId="268"/>
            <ac:spMk id="13" creationId="{B9C04DC5-313B-4FE4-B868-5672A376419F}"/>
          </ac:spMkLst>
        </pc:spChg>
        <pc:spChg chg="add del">
          <ac:chgData name="Tom Maurer" userId="63e8d4ad-d51a-484a-93f0-e9b7fcba0e4f" providerId="ADAL" clId="{FD33C6B3-4B4B-4831-B85A-A4E0DD70BED8}" dt="2024-10-05T16:42:03.827" v="1302" actId="26606"/>
          <ac:spMkLst>
            <pc:docMk/>
            <pc:sldMk cId="257561723" sldId="268"/>
            <ac:spMk id="19" creationId="{329FDD08-42D8-4AFF-90E5-5DAA5BC4CBD8}"/>
          </ac:spMkLst>
        </pc:spChg>
        <pc:spChg chg="add del">
          <ac:chgData name="Tom Maurer" userId="63e8d4ad-d51a-484a-93f0-e9b7fcba0e4f" providerId="ADAL" clId="{FD33C6B3-4B4B-4831-B85A-A4E0DD70BED8}" dt="2024-10-05T16:42:03.827" v="1302" actId="26606"/>
          <ac:spMkLst>
            <pc:docMk/>
            <pc:sldMk cId="257561723" sldId="268"/>
            <ac:spMk id="21" creationId="{4C1E981B-F06E-48B4-9275-F4B261AFCAC0}"/>
          </ac:spMkLst>
        </pc:spChg>
        <pc:spChg chg="add del">
          <ac:chgData name="Tom Maurer" userId="63e8d4ad-d51a-484a-93f0-e9b7fcba0e4f" providerId="ADAL" clId="{FD33C6B3-4B4B-4831-B85A-A4E0DD70BED8}" dt="2024-10-05T16:42:03.827" v="1302" actId="26606"/>
          <ac:spMkLst>
            <pc:docMk/>
            <pc:sldMk cId="257561723" sldId="268"/>
            <ac:spMk id="23" creationId="{312E2C24-0CD2-4071-8CE2-B059993A99EF}"/>
          </ac:spMkLst>
        </pc:spChg>
        <pc:spChg chg="add del">
          <ac:chgData name="Tom Maurer" userId="63e8d4ad-d51a-484a-93f0-e9b7fcba0e4f" providerId="ADAL" clId="{FD33C6B3-4B4B-4831-B85A-A4E0DD70BED8}" dt="2024-10-05T16:42:03.827" v="1302" actId="26606"/>
          <ac:spMkLst>
            <pc:docMk/>
            <pc:sldMk cId="257561723" sldId="268"/>
            <ac:spMk id="25" creationId="{24F1DC13-C830-4B86-A9C6-927F5C55DBD7}"/>
          </ac:spMkLst>
        </pc:spChg>
        <pc:spChg chg="add">
          <ac:chgData name="Tom Maurer" userId="63e8d4ad-d51a-484a-93f0-e9b7fcba0e4f" providerId="ADAL" clId="{FD33C6B3-4B4B-4831-B85A-A4E0DD70BED8}" dt="2024-10-05T16:42:03.896" v="1303" actId="26606"/>
          <ac:spMkLst>
            <pc:docMk/>
            <pc:sldMk cId="257561723" sldId="268"/>
            <ac:spMk id="28" creationId="{1653AB08-C531-42A8-AA8D-C2ABAE87CCE6}"/>
          </ac:spMkLst>
        </pc:spChg>
        <pc:spChg chg="add">
          <ac:chgData name="Tom Maurer" userId="63e8d4ad-d51a-484a-93f0-e9b7fcba0e4f" providerId="ADAL" clId="{FD33C6B3-4B4B-4831-B85A-A4E0DD70BED8}" dt="2024-10-05T16:42:03.896" v="1303" actId="26606"/>
          <ac:spMkLst>
            <pc:docMk/>
            <pc:sldMk cId="257561723" sldId="268"/>
            <ac:spMk id="31" creationId="{CED2641B-4430-4CF4-89AB-3FADDD630F25}"/>
          </ac:spMkLst>
        </pc:spChg>
        <pc:picChg chg="add del">
          <ac:chgData name="Tom Maurer" userId="63e8d4ad-d51a-484a-93f0-e9b7fcba0e4f" providerId="ADAL" clId="{FD33C6B3-4B4B-4831-B85A-A4E0DD70BED8}" dt="2024-10-05T16:42:03.827" v="1302" actId="26606"/>
          <ac:picMkLst>
            <pc:docMk/>
            <pc:sldMk cId="257561723" sldId="268"/>
            <ac:picMk id="6" creationId="{FC7A5C12-6456-475D-3235-79DEB2F0B905}"/>
          </ac:picMkLst>
        </pc:picChg>
        <pc:picChg chg="add">
          <ac:chgData name="Tom Maurer" userId="63e8d4ad-d51a-484a-93f0-e9b7fcba0e4f" providerId="ADAL" clId="{FD33C6B3-4B4B-4831-B85A-A4E0DD70BED8}" dt="2024-10-05T16:42:03.896" v="1303" actId="26606"/>
          <ac:picMkLst>
            <pc:docMk/>
            <pc:sldMk cId="257561723" sldId="268"/>
            <ac:picMk id="7" creationId="{5D2D844C-AB64-4A03-80BE-33212E61DD07}"/>
          </ac:picMkLst>
        </pc:picChg>
        <pc:picChg chg="add del">
          <ac:chgData name="Tom Maurer" userId="63e8d4ad-d51a-484a-93f0-e9b7fcba0e4f" providerId="ADAL" clId="{FD33C6B3-4B4B-4831-B85A-A4E0DD70BED8}" dt="2024-10-05T16:42:03.827" v="1302" actId="26606"/>
          <ac:picMkLst>
            <pc:docMk/>
            <pc:sldMk cId="257561723" sldId="268"/>
            <ac:picMk id="9" creationId="{7594FC8B-8CD2-407F-94F1-9C71F5AEC2B6}"/>
          </ac:picMkLst>
        </pc:picChg>
        <pc:picChg chg="add del">
          <ac:chgData name="Tom Maurer" userId="63e8d4ad-d51a-484a-93f0-e9b7fcba0e4f" providerId="ADAL" clId="{FD33C6B3-4B4B-4831-B85A-A4E0DD70BED8}" dt="2024-10-05T16:42:03.827" v="1302" actId="26606"/>
          <ac:picMkLst>
            <pc:docMk/>
            <pc:sldMk cId="257561723" sldId="268"/>
            <ac:picMk id="11" creationId="{DBABC971-8D40-4A4F-AC60-28B9172789B9}"/>
          </ac:picMkLst>
        </pc:picChg>
        <pc:picChg chg="add del">
          <ac:chgData name="Tom Maurer" userId="63e8d4ad-d51a-484a-93f0-e9b7fcba0e4f" providerId="ADAL" clId="{FD33C6B3-4B4B-4831-B85A-A4E0DD70BED8}" dt="2024-10-05T16:42:03.827" v="1302" actId="26606"/>
          <ac:picMkLst>
            <pc:docMk/>
            <pc:sldMk cId="257561723" sldId="268"/>
            <ac:picMk id="15" creationId="{791AE23E-90C9-4963-96E2-8DADBFC3BC09}"/>
          </ac:picMkLst>
        </pc:picChg>
        <pc:picChg chg="add del">
          <ac:chgData name="Tom Maurer" userId="63e8d4ad-d51a-484a-93f0-e9b7fcba0e4f" providerId="ADAL" clId="{FD33C6B3-4B4B-4831-B85A-A4E0DD70BED8}" dt="2024-10-05T16:42:03.827" v="1302" actId="26606"/>
          <ac:picMkLst>
            <pc:docMk/>
            <pc:sldMk cId="257561723" sldId="268"/>
            <ac:picMk id="17" creationId="{C5F93E90-4379-4AAC-B021-E5FA6D974AED}"/>
          </ac:picMkLst>
        </pc:picChg>
        <pc:picChg chg="add">
          <ac:chgData name="Tom Maurer" userId="63e8d4ad-d51a-484a-93f0-e9b7fcba0e4f" providerId="ADAL" clId="{FD33C6B3-4B4B-4831-B85A-A4E0DD70BED8}" dt="2024-10-05T16:42:03.896" v="1303" actId="26606"/>
          <ac:picMkLst>
            <pc:docMk/>
            <pc:sldMk cId="257561723" sldId="268"/>
            <ac:picMk id="27" creationId="{CAAD0E9B-89C2-4268-98B4-BA7BFFF2C705}"/>
          </ac:picMkLst>
        </pc:picChg>
        <pc:picChg chg="add">
          <ac:chgData name="Tom Maurer" userId="63e8d4ad-d51a-484a-93f0-e9b7fcba0e4f" providerId="ADAL" clId="{FD33C6B3-4B4B-4831-B85A-A4E0DD70BED8}" dt="2024-10-05T16:42:03.896" v="1303" actId="26606"/>
          <ac:picMkLst>
            <pc:docMk/>
            <pc:sldMk cId="257561723" sldId="268"/>
            <ac:picMk id="29" creationId="{72E47EEC-33C8-4EC3-8BFC-BB02B4171FDA}"/>
          </ac:picMkLst>
        </pc:picChg>
        <pc:picChg chg="add">
          <ac:chgData name="Tom Maurer" userId="63e8d4ad-d51a-484a-93f0-e9b7fcba0e4f" providerId="ADAL" clId="{FD33C6B3-4B4B-4831-B85A-A4E0DD70BED8}" dt="2024-10-05T16:42:03.896" v="1303" actId="26606"/>
          <ac:picMkLst>
            <pc:docMk/>
            <pc:sldMk cId="257561723" sldId="268"/>
            <ac:picMk id="30" creationId="{A8BC9CC6-50D5-4C61-9EDE-315A1B5F14E4}"/>
          </ac:picMkLst>
        </pc:picChg>
        <pc:cxnChg chg="add">
          <ac:chgData name="Tom Maurer" userId="63e8d4ad-d51a-484a-93f0-e9b7fcba0e4f" providerId="ADAL" clId="{FD33C6B3-4B4B-4831-B85A-A4E0DD70BED8}" dt="2024-10-05T16:42:03.896" v="1303" actId="26606"/>
          <ac:cxnSpMkLst>
            <pc:docMk/>
            <pc:sldMk cId="257561723" sldId="268"/>
            <ac:cxnSpMk id="32" creationId="{179C4C8E-197B-4679-AE96-B5147F971C90}"/>
          </ac:cxnSpMkLst>
        </pc:cxnChg>
      </pc:sldChg>
      <pc:sldChg chg="addSp delSp new del mod">
        <pc:chgData name="Tom Maurer" userId="63e8d4ad-d51a-484a-93f0-e9b7fcba0e4f" providerId="ADAL" clId="{FD33C6B3-4B4B-4831-B85A-A4E0DD70BED8}" dt="2024-10-05T16:41:42.790" v="1284" actId="680"/>
        <pc:sldMkLst>
          <pc:docMk/>
          <pc:sldMk cId="3238914001" sldId="268"/>
        </pc:sldMkLst>
        <pc:spChg chg="add del">
          <ac:chgData name="Tom Maurer" userId="63e8d4ad-d51a-484a-93f0-e9b7fcba0e4f" providerId="ADAL" clId="{FD33C6B3-4B4B-4831-B85A-A4E0DD70BED8}" dt="2024-10-05T16:41:42.426" v="1283" actId="478"/>
          <ac:spMkLst>
            <pc:docMk/>
            <pc:sldMk cId="3238914001" sldId="268"/>
            <ac:spMk id="2" creationId="{3B9FC78D-3062-2739-FB9C-681FA3A198B5}"/>
          </ac:spMkLst>
        </pc:spChg>
      </pc:sldChg>
      <pc:sldChg chg="addSp delSp modSp add mod setBg">
        <pc:chgData name="Tom Maurer" userId="63e8d4ad-d51a-484a-93f0-e9b7fcba0e4f" providerId="ADAL" clId="{FD33C6B3-4B4B-4831-B85A-A4E0DD70BED8}" dt="2024-10-05T16:52:52.414" v="2148" actId="20577"/>
        <pc:sldMkLst>
          <pc:docMk/>
          <pc:sldMk cId="4066704694" sldId="269"/>
        </pc:sldMkLst>
        <pc:spChg chg="mod">
          <ac:chgData name="Tom Maurer" userId="63e8d4ad-d51a-484a-93f0-e9b7fcba0e4f" providerId="ADAL" clId="{FD33C6B3-4B4B-4831-B85A-A4E0DD70BED8}" dt="2024-10-05T16:46:53.554" v="1764" actId="20577"/>
          <ac:spMkLst>
            <pc:docMk/>
            <pc:sldMk cId="4066704694" sldId="269"/>
            <ac:spMk id="2" creationId="{BCF28652-90AE-FD31-33A8-7CADA4CC5EEA}"/>
          </ac:spMkLst>
        </pc:spChg>
        <pc:spChg chg="mod">
          <ac:chgData name="Tom Maurer" userId="63e8d4ad-d51a-484a-93f0-e9b7fcba0e4f" providerId="ADAL" clId="{FD33C6B3-4B4B-4831-B85A-A4E0DD70BED8}" dt="2024-10-05T16:52:52.414" v="2148" actId="20577"/>
          <ac:spMkLst>
            <pc:docMk/>
            <pc:sldMk cId="4066704694" sldId="269"/>
            <ac:spMk id="3" creationId="{DF4D9D5F-4890-0046-13B4-D1BDEFDBBF5B}"/>
          </ac:spMkLst>
        </pc:spChg>
        <pc:spChg chg="add del">
          <ac:chgData name="Tom Maurer" userId="63e8d4ad-d51a-484a-93f0-e9b7fcba0e4f" providerId="ADAL" clId="{FD33C6B3-4B4B-4831-B85A-A4E0DD70BED8}" dt="2024-10-05T16:51:20.133" v="2052" actId="22"/>
          <ac:spMkLst>
            <pc:docMk/>
            <pc:sldMk cId="4066704694" sldId="269"/>
            <ac:spMk id="7" creationId="{425480E8-BEC2-2973-BBB5-BE681345BE79}"/>
          </ac:spMkLst>
        </pc:spChg>
        <pc:picChg chg="del">
          <ac:chgData name="Tom Maurer" userId="63e8d4ad-d51a-484a-93f0-e9b7fcba0e4f" providerId="ADAL" clId="{FD33C6B3-4B4B-4831-B85A-A4E0DD70BED8}" dt="2024-10-05T16:46:48.869" v="1752" actId="478"/>
          <ac:picMkLst>
            <pc:docMk/>
            <pc:sldMk cId="4066704694" sldId="269"/>
            <ac:picMk id="5" creationId="{EC158B4D-AD6C-9B93-A5B5-65CA5DCA7B27}"/>
          </ac:picMkLst>
        </pc:picChg>
        <pc:picChg chg="add">
          <ac:chgData name="Tom Maurer" userId="63e8d4ad-d51a-484a-93f0-e9b7fcba0e4f" providerId="ADAL" clId="{FD33C6B3-4B4B-4831-B85A-A4E0DD70BED8}" dt="2024-10-05T16:50:55.476" v="2047" actId="26606"/>
          <ac:picMkLst>
            <pc:docMk/>
            <pc:sldMk cId="4066704694" sldId="269"/>
            <ac:picMk id="6" creationId="{800DC329-BD3F-38A2-45BE-ECBE298C413D}"/>
          </ac:picMkLst>
        </pc:picChg>
      </pc:sldChg>
      <pc:sldChg chg="addSp delSp modSp add mod setBg">
        <pc:chgData name="Tom Maurer" userId="63e8d4ad-d51a-484a-93f0-e9b7fcba0e4f" providerId="ADAL" clId="{FD33C6B3-4B4B-4831-B85A-A4E0DD70BED8}" dt="2024-10-05T17:29:48.206" v="2365" actId="14100"/>
        <pc:sldMkLst>
          <pc:docMk/>
          <pc:sldMk cId="3075091864" sldId="270"/>
        </pc:sldMkLst>
        <pc:spChg chg="mod">
          <ac:chgData name="Tom Maurer" userId="63e8d4ad-d51a-484a-93f0-e9b7fcba0e4f" providerId="ADAL" clId="{FD33C6B3-4B4B-4831-B85A-A4E0DD70BED8}" dt="2024-10-05T17:29:40.207" v="2364" actId="26606"/>
          <ac:spMkLst>
            <pc:docMk/>
            <pc:sldMk cId="3075091864" sldId="270"/>
            <ac:spMk id="2" creationId="{BCF28652-90AE-FD31-33A8-7CADA4CC5EEA}"/>
          </ac:spMkLst>
        </pc:spChg>
        <pc:spChg chg="mod">
          <ac:chgData name="Tom Maurer" userId="63e8d4ad-d51a-484a-93f0-e9b7fcba0e4f" providerId="ADAL" clId="{FD33C6B3-4B4B-4831-B85A-A4E0DD70BED8}" dt="2024-10-05T17:29:48.206" v="2365" actId="14100"/>
          <ac:spMkLst>
            <pc:docMk/>
            <pc:sldMk cId="3075091864" sldId="270"/>
            <ac:spMk id="3" creationId="{DF4D9D5F-4890-0046-13B4-D1BDEFDBBF5B}"/>
          </ac:spMkLst>
        </pc:spChg>
        <pc:picChg chg="add">
          <ac:chgData name="Tom Maurer" userId="63e8d4ad-d51a-484a-93f0-e9b7fcba0e4f" providerId="ADAL" clId="{FD33C6B3-4B4B-4831-B85A-A4E0DD70BED8}" dt="2024-10-05T17:29:40.207" v="2364" actId="26606"/>
          <ac:picMkLst>
            <pc:docMk/>
            <pc:sldMk cId="3075091864" sldId="270"/>
            <ac:picMk id="5" creationId="{8C530BD2-2297-C79F-A839-DB2A4140C020}"/>
          </ac:picMkLst>
        </pc:picChg>
        <pc:picChg chg="del">
          <ac:chgData name="Tom Maurer" userId="63e8d4ad-d51a-484a-93f0-e9b7fcba0e4f" providerId="ADAL" clId="{FD33C6B3-4B4B-4831-B85A-A4E0DD70BED8}" dt="2024-10-05T16:51:31.907" v="2072" actId="478"/>
          <ac:picMkLst>
            <pc:docMk/>
            <pc:sldMk cId="3075091864" sldId="270"/>
            <ac:picMk id="6" creationId="{800DC329-BD3F-38A2-45BE-ECBE298C413D}"/>
          </ac:picMkLst>
        </pc:picChg>
      </pc:sldChg>
      <pc:sldChg chg="addSp modSp new mod setBg setClrOvrMap modNotesTx">
        <pc:chgData name="Tom Maurer" userId="63e8d4ad-d51a-484a-93f0-e9b7fcba0e4f" providerId="ADAL" clId="{FD33C6B3-4B4B-4831-B85A-A4E0DD70BED8}" dt="2024-10-05T17:31:15.487" v="2546" actId="20577"/>
        <pc:sldMkLst>
          <pc:docMk/>
          <pc:sldMk cId="887281854" sldId="271"/>
        </pc:sldMkLst>
        <pc:spChg chg="mod">
          <ac:chgData name="Tom Maurer" userId="63e8d4ad-d51a-484a-93f0-e9b7fcba0e4f" providerId="ADAL" clId="{FD33C6B3-4B4B-4831-B85A-A4E0DD70BED8}" dt="2024-10-05T17:30:21.364" v="2443" actId="26606"/>
          <ac:spMkLst>
            <pc:docMk/>
            <pc:sldMk cId="887281854" sldId="271"/>
            <ac:spMk id="2" creationId="{B016E077-545E-62D9-C32D-3369D5570DB9}"/>
          </ac:spMkLst>
        </pc:spChg>
        <pc:spChg chg="add">
          <ac:chgData name="Tom Maurer" userId="63e8d4ad-d51a-484a-93f0-e9b7fcba0e4f" providerId="ADAL" clId="{FD33C6B3-4B4B-4831-B85A-A4E0DD70BED8}" dt="2024-10-05T17:30:21.364" v="2443" actId="26606"/>
          <ac:spMkLst>
            <pc:docMk/>
            <pc:sldMk cId="887281854" sldId="271"/>
            <ac:spMk id="11" creationId="{1653AB08-C531-42A8-AA8D-C2ABAE87CCE6}"/>
          </ac:spMkLst>
        </pc:spChg>
        <pc:spChg chg="add">
          <ac:chgData name="Tom Maurer" userId="63e8d4ad-d51a-484a-93f0-e9b7fcba0e4f" providerId="ADAL" clId="{FD33C6B3-4B4B-4831-B85A-A4E0DD70BED8}" dt="2024-10-05T17:30:21.364" v="2443" actId="26606"/>
          <ac:spMkLst>
            <pc:docMk/>
            <pc:sldMk cId="887281854" sldId="271"/>
            <ac:spMk id="17" creationId="{CED2641B-4430-4CF4-89AB-3FADDD630F25}"/>
          </ac:spMkLst>
        </pc:spChg>
        <pc:spChg chg="add">
          <ac:chgData name="Tom Maurer" userId="63e8d4ad-d51a-484a-93f0-e9b7fcba0e4f" providerId="ADAL" clId="{FD33C6B3-4B4B-4831-B85A-A4E0DD70BED8}" dt="2024-10-05T17:30:21.364" v="2443" actId="26606"/>
          <ac:spMkLst>
            <pc:docMk/>
            <pc:sldMk cId="887281854" sldId="271"/>
            <ac:spMk id="19" creationId="{DE27238C-8EAF-4098-86E6-7723B7DAE601}"/>
          </ac:spMkLst>
        </pc:spChg>
        <pc:spChg chg="add">
          <ac:chgData name="Tom Maurer" userId="63e8d4ad-d51a-484a-93f0-e9b7fcba0e4f" providerId="ADAL" clId="{FD33C6B3-4B4B-4831-B85A-A4E0DD70BED8}" dt="2024-10-05T17:30:21.364" v="2443" actId="26606"/>
          <ac:spMkLst>
            <pc:docMk/>
            <pc:sldMk cId="887281854" sldId="271"/>
            <ac:spMk id="21" creationId="{992F97B1-1891-4FCC-9E5F-BA97EDB48F89}"/>
          </ac:spMkLst>
        </pc:spChg>
        <pc:spChg chg="add">
          <ac:chgData name="Tom Maurer" userId="63e8d4ad-d51a-484a-93f0-e9b7fcba0e4f" providerId="ADAL" clId="{FD33C6B3-4B4B-4831-B85A-A4E0DD70BED8}" dt="2024-10-05T17:30:21.364" v="2443" actId="26606"/>
          <ac:spMkLst>
            <pc:docMk/>
            <pc:sldMk cId="887281854" sldId="271"/>
            <ac:spMk id="23" creationId="{78C6C821-FEE1-4EB6-9590-C021440C77DE}"/>
          </ac:spMkLst>
        </pc:spChg>
        <pc:spChg chg="add">
          <ac:chgData name="Tom Maurer" userId="63e8d4ad-d51a-484a-93f0-e9b7fcba0e4f" providerId="ADAL" clId="{FD33C6B3-4B4B-4831-B85A-A4E0DD70BED8}" dt="2024-10-05T17:30:21.364" v="2443" actId="26606"/>
          <ac:spMkLst>
            <pc:docMk/>
            <pc:sldMk cId="887281854" sldId="271"/>
            <ac:spMk id="25" creationId="{B61A74B3-E247-44D4-8C48-FAE8E2056401}"/>
          </ac:spMkLst>
        </pc:spChg>
        <pc:picChg chg="add">
          <ac:chgData name="Tom Maurer" userId="63e8d4ad-d51a-484a-93f0-e9b7fcba0e4f" providerId="ADAL" clId="{FD33C6B3-4B4B-4831-B85A-A4E0DD70BED8}" dt="2024-10-05T17:30:21.364" v="2443" actId="26606"/>
          <ac:picMkLst>
            <pc:docMk/>
            <pc:sldMk cId="887281854" sldId="271"/>
            <ac:picMk id="7" creationId="{5D2D844C-AB64-4A03-80BE-33212E61DD07}"/>
          </ac:picMkLst>
        </pc:picChg>
        <pc:picChg chg="add">
          <ac:chgData name="Tom Maurer" userId="63e8d4ad-d51a-484a-93f0-e9b7fcba0e4f" providerId="ADAL" clId="{FD33C6B3-4B4B-4831-B85A-A4E0DD70BED8}" dt="2024-10-05T17:30:21.364" v="2443" actId="26606"/>
          <ac:picMkLst>
            <pc:docMk/>
            <pc:sldMk cId="887281854" sldId="271"/>
            <ac:picMk id="9" creationId="{CAAD0E9B-89C2-4268-98B4-BA7BFFF2C705}"/>
          </ac:picMkLst>
        </pc:picChg>
        <pc:picChg chg="add">
          <ac:chgData name="Tom Maurer" userId="63e8d4ad-d51a-484a-93f0-e9b7fcba0e4f" providerId="ADAL" clId="{FD33C6B3-4B4B-4831-B85A-A4E0DD70BED8}" dt="2024-10-05T17:30:21.364" v="2443" actId="26606"/>
          <ac:picMkLst>
            <pc:docMk/>
            <pc:sldMk cId="887281854" sldId="271"/>
            <ac:picMk id="13" creationId="{72E47EEC-33C8-4EC3-8BFC-BB02B4171FDA}"/>
          </ac:picMkLst>
        </pc:picChg>
        <pc:picChg chg="add">
          <ac:chgData name="Tom Maurer" userId="63e8d4ad-d51a-484a-93f0-e9b7fcba0e4f" providerId="ADAL" clId="{FD33C6B3-4B4B-4831-B85A-A4E0DD70BED8}" dt="2024-10-05T17:30:21.364" v="2443" actId="26606"/>
          <ac:picMkLst>
            <pc:docMk/>
            <pc:sldMk cId="887281854" sldId="271"/>
            <ac:picMk id="15" creationId="{A8BC9CC6-50D5-4C61-9EDE-315A1B5F14E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1E0238-4A1C-4783-AB60-6144F87DCF4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8F434F-BDD3-43EE-A2CE-BE6634144E3C}">
      <dgm:prSet/>
      <dgm:spPr/>
      <dgm:t>
        <a:bodyPr/>
        <a:lstStyle/>
        <a:p>
          <a:r>
            <a:rPr lang="en-CA"/>
            <a:t>Local storage saves data to your device</a:t>
          </a:r>
          <a:endParaRPr lang="en-US"/>
        </a:p>
      </dgm:t>
    </dgm:pt>
    <dgm:pt modelId="{CE71B583-EDDE-4D48-B092-7100A5E2452A}" type="parTrans" cxnId="{8472D45A-BFE1-4671-863E-BA08F75B4C79}">
      <dgm:prSet/>
      <dgm:spPr/>
      <dgm:t>
        <a:bodyPr/>
        <a:lstStyle/>
        <a:p>
          <a:endParaRPr lang="en-US"/>
        </a:p>
      </dgm:t>
    </dgm:pt>
    <dgm:pt modelId="{D7AA3668-797E-40F2-B5AC-E3A402CE9AE1}" type="sibTrans" cxnId="{8472D45A-BFE1-4671-863E-BA08F75B4C79}">
      <dgm:prSet/>
      <dgm:spPr/>
      <dgm:t>
        <a:bodyPr/>
        <a:lstStyle/>
        <a:p>
          <a:endParaRPr lang="en-US"/>
        </a:p>
      </dgm:t>
    </dgm:pt>
    <dgm:pt modelId="{EAA5E752-C222-418E-BFF7-88ADD9B3A12E}">
      <dgm:prSet/>
      <dgm:spPr/>
      <dgm:t>
        <a:bodyPr/>
        <a:lstStyle/>
        <a:p>
          <a:r>
            <a:rPr lang="en-CA"/>
            <a:t>Cloud storage saves data to a server somewhere else</a:t>
          </a:r>
          <a:endParaRPr lang="en-US"/>
        </a:p>
      </dgm:t>
    </dgm:pt>
    <dgm:pt modelId="{D53615FB-7D73-4607-B9EB-FF5B7D7EA686}" type="parTrans" cxnId="{F12A7CAD-E341-4B5A-A7BC-5B6897DD4E10}">
      <dgm:prSet/>
      <dgm:spPr/>
      <dgm:t>
        <a:bodyPr/>
        <a:lstStyle/>
        <a:p>
          <a:endParaRPr lang="en-US"/>
        </a:p>
      </dgm:t>
    </dgm:pt>
    <dgm:pt modelId="{841CB937-01EA-41BA-8DBE-AD302C0E74C6}" type="sibTrans" cxnId="{F12A7CAD-E341-4B5A-A7BC-5B6897DD4E10}">
      <dgm:prSet/>
      <dgm:spPr/>
      <dgm:t>
        <a:bodyPr/>
        <a:lstStyle/>
        <a:p>
          <a:endParaRPr lang="en-US"/>
        </a:p>
      </dgm:t>
    </dgm:pt>
    <dgm:pt modelId="{91CEAEE4-3AF1-4C79-A264-7B25A80FFF41}" type="pres">
      <dgm:prSet presAssocID="{4B1E0238-4A1C-4783-AB60-6144F87DCF4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821B4B2-164E-49C5-BEDF-B5FE6C0CB3E5}" type="pres">
      <dgm:prSet presAssocID="{FE8F434F-BDD3-43EE-A2CE-BE6634144E3C}" presName="hierRoot1" presStyleCnt="0"/>
      <dgm:spPr/>
    </dgm:pt>
    <dgm:pt modelId="{EBB98964-7E48-4C2E-BA31-2AD2EEB68068}" type="pres">
      <dgm:prSet presAssocID="{FE8F434F-BDD3-43EE-A2CE-BE6634144E3C}" presName="composite" presStyleCnt="0"/>
      <dgm:spPr/>
    </dgm:pt>
    <dgm:pt modelId="{5BB93BA3-A9D9-4915-8901-FFFF7E1B39E6}" type="pres">
      <dgm:prSet presAssocID="{FE8F434F-BDD3-43EE-A2CE-BE6634144E3C}" presName="background" presStyleLbl="node0" presStyleIdx="0" presStyleCnt="2"/>
      <dgm:spPr/>
    </dgm:pt>
    <dgm:pt modelId="{6C4F7EAA-B643-477F-A9D5-BFD1F4F450E9}" type="pres">
      <dgm:prSet presAssocID="{FE8F434F-BDD3-43EE-A2CE-BE6634144E3C}" presName="text" presStyleLbl="fgAcc0" presStyleIdx="0" presStyleCnt="2">
        <dgm:presLayoutVars>
          <dgm:chPref val="3"/>
        </dgm:presLayoutVars>
      </dgm:prSet>
      <dgm:spPr/>
    </dgm:pt>
    <dgm:pt modelId="{B37834A8-9C89-4C21-B575-C457E0F6EAFF}" type="pres">
      <dgm:prSet presAssocID="{FE8F434F-BDD3-43EE-A2CE-BE6634144E3C}" presName="hierChild2" presStyleCnt="0"/>
      <dgm:spPr/>
    </dgm:pt>
    <dgm:pt modelId="{0D8FFA24-5E3E-40BA-A33F-7DBF3BA0940E}" type="pres">
      <dgm:prSet presAssocID="{EAA5E752-C222-418E-BFF7-88ADD9B3A12E}" presName="hierRoot1" presStyleCnt="0"/>
      <dgm:spPr/>
    </dgm:pt>
    <dgm:pt modelId="{F3C8083E-DAEC-4E9E-89F3-E1E21E0A659F}" type="pres">
      <dgm:prSet presAssocID="{EAA5E752-C222-418E-BFF7-88ADD9B3A12E}" presName="composite" presStyleCnt="0"/>
      <dgm:spPr/>
    </dgm:pt>
    <dgm:pt modelId="{6D2F2D22-B3F9-40A8-BDBD-DB7E5373FD95}" type="pres">
      <dgm:prSet presAssocID="{EAA5E752-C222-418E-BFF7-88ADD9B3A12E}" presName="background" presStyleLbl="node0" presStyleIdx="1" presStyleCnt="2"/>
      <dgm:spPr/>
    </dgm:pt>
    <dgm:pt modelId="{406BD966-7FAC-4CFF-996B-0A265B34F13F}" type="pres">
      <dgm:prSet presAssocID="{EAA5E752-C222-418E-BFF7-88ADD9B3A12E}" presName="text" presStyleLbl="fgAcc0" presStyleIdx="1" presStyleCnt="2">
        <dgm:presLayoutVars>
          <dgm:chPref val="3"/>
        </dgm:presLayoutVars>
      </dgm:prSet>
      <dgm:spPr/>
    </dgm:pt>
    <dgm:pt modelId="{F2FDF873-6BE5-44D0-82A0-8CF468BFB15A}" type="pres">
      <dgm:prSet presAssocID="{EAA5E752-C222-418E-BFF7-88ADD9B3A12E}" presName="hierChild2" presStyleCnt="0"/>
      <dgm:spPr/>
    </dgm:pt>
  </dgm:ptLst>
  <dgm:cxnLst>
    <dgm:cxn modelId="{33B7C032-8D75-4BB2-B957-CA7F1D153F7F}" type="presOf" srcId="{EAA5E752-C222-418E-BFF7-88ADD9B3A12E}" destId="{406BD966-7FAC-4CFF-996B-0A265B34F13F}" srcOrd="0" destOrd="0" presId="urn:microsoft.com/office/officeart/2005/8/layout/hierarchy1"/>
    <dgm:cxn modelId="{91A8795E-615F-4C29-ABFC-C47B678167D0}" type="presOf" srcId="{4B1E0238-4A1C-4783-AB60-6144F87DCF46}" destId="{91CEAEE4-3AF1-4C79-A264-7B25A80FFF41}" srcOrd="0" destOrd="0" presId="urn:microsoft.com/office/officeart/2005/8/layout/hierarchy1"/>
    <dgm:cxn modelId="{F4952573-DA48-4785-A680-993074EEB0BD}" type="presOf" srcId="{FE8F434F-BDD3-43EE-A2CE-BE6634144E3C}" destId="{6C4F7EAA-B643-477F-A9D5-BFD1F4F450E9}" srcOrd="0" destOrd="0" presId="urn:microsoft.com/office/officeart/2005/8/layout/hierarchy1"/>
    <dgm:cxn modelId="{8472D45A-BFE1-4671-863E-BA08F75B4C79}" srcId="{4B1E0238-4A1C-4783-AB60-6144F87DCF46}" destId="{FE8F434F-BDD3-43EE-A2CE-BE6634144E3C}" srcOrd="0" destOrd="0" parTransId="{CE71B583-EDDE-4D48-B092-7100A5E2452A}" sibTransId="{D7AA3668-797E-40F2-B5AC-E3A402CE9AE1}"/>
    <dgm:cxn modelId="{F12A7CAD-E341-4B5A-A7BC-5B6897DD4E10}" srcId="{4B1E0238-4A1C-4783-AB60-6144F87DCF46}" destId="{EAA5E752-C222-418E-BFF7-88ADD9B3A12E}" srcOrd="1" destOrd="0" parTransId="{D53615FB-7D73-4607-B9EB-FF5B7D7EA686}" sibTransId="{841CB937-01EA-41BA-8DBE-AD302C0E74C6}"/>
    <dgm:cxn modelId="{F0E308DA-152F-4FD1-A5DD-BA1CE535289E}" type="presParOf" srcId="{91CEAEE4-3AF1-4C79-A264-7B25A80FFF41}" destId="{8821B4B2-164E-49C5-BEDF-B5FE6C0CB3E5}" srcOrd="0" destOrd="0" presId="urn:microsoft.com/office/officeart/2005/8/layout/hierarchy1"/>
    <dgm:cxn modelId="{1C3A6836-8B9A-4911-83ED-4ED9A0926134}" type="presParOf" srcId="{8821B4B2-164E-49C5-BEDF-B5FE6C0CB3E5}" destId="{EBB98964-7E48-4C2E-BA31-2AD2EEB68068}" srcOrd="0" destOrd="0" presId="urn:microsoft.com/office/officeart/2005/8/layout/hierarchy1"/>
    <dgm:cxn modelId="{C0C102DA-05EA-4FA9-8B9C-946529365277}" type="presParOf" srcId="{EBB98964-7E48-4C2E-BA31-2AD2EEB68068}" destId="{5BB93BA3-A9D9-4915-8901-FFFF7E1B39E6}" srcOrd="0" destOrd="0" presId="urn:microsoft.com/office/officeart/2005/8/layout/hierarchy1"/>
    <dgm:cxn modelId="{DEB1C28A-C95D-4E2F-BDEE-EBA184AAB21B}" type="presParOf" srcId="{EBB98964-7E48-4C2E-BA31-2AD2EEB68068}" destId="{6C4F7EAA-B643-477F-A9D5-BFD1F4F450E9}" srcOrd="1" destOrd="0" presId="urn:microsoft.com/office/officeart/2005/8/layout/hierarchy1"/>
    <dgm:cxn modelId="{DD97E532-3F02-43AB-9D7E-E13E4F6C874C}" type="presParOf" srcId="{8821B4B2-164E-49C5-BEDF-B5FE6C0CB3E5}" destId="{B37834A8-9C89-4C21-B575-C457E0F6EAFF}" srcOrd="1" destOrd="0" presId="urn:microsoft.com/office/officeart/2005/8/layout/hierarchy1"/>
    <dgm:cxn modelId="{BB0EF560-1EE3-4E1A-8607-B7A0842995AB}" type="presParOf" srcId="{91CEAEE4-3AF1-4C79-A264-7B25A80FFF41}" destId="{0D8FFA24-5E3E-40BA-A33F-7DBF3BA0940E}" srcOrd="1" destOrd="0" presId="urn:microsoft.com/office/officeart/2005/8/layout/hierarchy1"/>
    <dgm:cxn modelId="{F61A417E-5E95-42D9-830D-E16C8B01706D}" type="presParOf" srcId="{0D8FFA24-5E3E-40BA-A33F-7DBF3BA0940E}" destId="{F3C8083E-DAEC-4E9E-89F3-E1E21E0A659F}" srcOrd="0" destOrd="0" presId="urn:microsoft.com/office/officeart/2005/8/layout/hierarchy1"/>
    <dgm:cxn modelId="{B9ED51B9-C1A6-454E-A18B-8EB1D045CAF3}" type="presParOf" srcId="{F3C8083E-DAEC-4E9E-89F3-E1E21E0A659F}" destId="{6D2F2D22-B3F9-40A8-BDBD-DB7E5373FD95}" srcOrd="0" destOrd="0" presId="urn:microsoft.com/office/officeart/2005/8/layout/hierarchy1"/>
    <dgm:cxn modelId="{0E30BF04-6EEF-471F-918A-10626A626A35}" type="presParOf" srcId="{F3C8083E-DAEC-4E9E-89F3-E1E21E0A659F}" destId="{406BD966-7FAC-4CFF-996B-0A265B34F13F}" srcOrd="1" destOrd="0" presId="urn:microsoft.com/office/officeart/2005/8/layout/hierarchy1"/>
    <dgm:cxn modelId="{1AE0C071-3CB3-4F12-895E-507F753BFE1E}" type="presParOf" srcId="{0D8FFA24-5E3E-40BA-A33F-7DBF3BA0940E}" destId="{F2FDF873-6BE5-44D0-82A0-8CF468BFB15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B93BA3-A9D9-4915-8901-FFFF7E1B39E6}">
      <dsp:nvSpPr>
        <dsp:cNvPr id="0" name=""/>
        <dsp:cNvSpPr/>
      </dsp:nvSpPr>
      <dsp:spPr>
        <a:xfrm>
          <a:off x="85120" y="162"/>
          <a:ext cx="4596484" cy="2918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F7EAA-B643-477F-A9D5-BFD1F4F450E9}">
      <dsp:nvSpPr>
        <dsp:cNvPr id="0" name=""/>
        <dsp:cNvSpPr/>
      </dsp:nvSpPr>
      <dsp:spPr>
        <a:xfrm>
          <a:off x="595840" y="485346"/>
          <a:ext cx="4596484" cy="29187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100" kern="1200"/>
            <a:t>Local storage saves data to your device</a:t>
          </a:r>
          <a:endParaRPr lang="en-US" sz="4100" kern="1200"/>
        </a:p>
      </dsp:txBody>
      <dsp:txXfrm>
        <a:off x="681328" y="570834"/>
        <a:ext cx="4425508" cy="2747791"/>
      </dsp:txXfrm>
    </dsp:sp>
    <dsp:sp modelId="{6D2F2D22-B3F9-40A8-BDBD-DB7E5373FD95}">
      <dsp:nvSpPr>
        <dsp:cNvPr id="0" name=""/>
        <dsp:cNvSpPr/>
      </dsp:nvSpPr>
      <dsp:spPr>
        <a:xfrm>
          <a:off x="5703045" y="162"/>
          <a:ext cx="4596484" cy="29187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BD966-7FAC-4CFF-996B-0A265B34F13F}">
      <dsp:nvSpPr>
        <dsp:cNvPr id="0" name=""/>
        <dsp:cNvSpPr/>
      </dsp:nvSpPr>
      <dsp:spPr>
        <a:xfrm>
          <a:off x="6213765" y="485346"/>
          <a:ext cx="4596484" cy="29187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100" kern="1200"/>
            <a:t>Cloud storage saves data to a server somewhere else</a:t>
          </a:r>
          <a:endParaRPr lang="en-US" sz="4100" kern="1200"/>
        </a:p>
      </dsp:txBody>
      <dsp:txXfrm>
        <a:off x="6299253" y="570834"/>
        <a:ext cx="4425508" cy="27477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5C460-BEB4-4007-87EE-4DE532DBFBB2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21EDD-3A98-4A29-9F21-362CDB9B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83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549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c259f0d0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c259f0d0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App that allows you to track orders</a:t>
            </a:r>
          </a:p>
          <a:p>
            <a:endParaRPr lang="en-CA" dirty="0"/>
          </a:p>
          <a:p>
            <a:r>
              <a:rPr lang="en-CA" dirty="0"/>
              <a:t>Settings for an app theme</a:t>
            </a:r>
          </a:p>
          <a:p>
            <a:endParaRPr lang="en-CA" dirty="0"/>
          </a:p>
          <a:p>
            <a:r>
              <a:rPr lang="en-CA" dirty="0"/>
              <a:t>Storing the save state for a 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5845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97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5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74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13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28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86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2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37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2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79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098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28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54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42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50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73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4738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656751" y="1680379"/>
            <a:ext cx="566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047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0D7D66B-DB62-4E59-A0E9-775EEBAE6FE4}" type="datetimeFigureOut">
              <a:rPr lang="en-CA" smtClean="0"/>
              <a:t>2024-10-04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854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3B63-26CE-A171-AA3C-D22BCC026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Storage in flutter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08CB5-82BB-07A5-032A-EFF043ED7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DMIT 2504 Week 6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096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62000"/>
                <a:hueMod val="108000"/>
                <a:satMod val="164000"/>
                <a:lumMod val="69000"/>
              </a:schemeClr>
              <a:schemeClr val="bg1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731151-418C-4F0C-BFEC-3E68137FF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0C6E5-7800-E2E2-1265-BA9366E5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7200"/>
              <a:t>Announcements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D25EAF-C5BE-4B57-A0E1-BA35B7C8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492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4" name="Freeform: Shape 10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</a:rPr>
              <a:t>Expectations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Late Assignments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Cheating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Be a good classmate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Don’t go to stupid sites in class 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Show up to class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BDCA56-707F-258A-E423-077400219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454964"/>
            <a:ext cx="3339281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So far our apps have all reset everything when closed. What if we want to save data between sessions?</a:t>
            </a:r>
          </a:p>
        </p:txBody>
      </p:sp>
      <p:pic>
        <p:nvPicPr>
          <p:cNvPr id="38" name="Picture 37" descr="Person watching empty phone">
            <a:extLst>
              <a:ext uri="{FF2B5EF4-FFF2-40B4-BE49-F238E27FC236}">
                <a16:creationId xmlns:a16="http://schemas.microsoft.com/office/drawing/2014/main" id="{3740ED53-BA7D-5C77-B4A5-AA62F9197BC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444" r="-1" b="-1"/>
          <a:stretch/>
        </p:blipFill>
        <p:spPr>
          <a:xfrm>
            <a:off x="4634682" y="10"/>
            <a:ext cx="7557319" cy="685799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91B2AEB-9C03-4291-82DB-27D351F31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646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1D9A85E-9E44-3110-131F-D7B14036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6808362" cy="452845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7200" dirty="0"/>
              <a:t>Saving data between sessions is called Persistence</a:t>
            </a:r>
          </a:p>
        </p:txBody>
      </p:sp>
    </p:spTree>
    <p:extLst>
      <p:ext uri="{BB962C8B-B14F-4D97-AF65-F5344CB8AC3E}">
        <p14:creationId xmlns:p14="http://schemas.microsoft.com/office/powerpoint/2010/main" val="172560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04E0B1-6762-4B99-A6A5-42ED8E20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D86F5FF-DE1B-4BAB-A7BE-6F39F5DD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298F9-87F0-0FBC-428C-3741F1966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EBEBEB"/>
                </a:solidFill>
              </a:rPr>
              <a:t>Local vs Cloud Storage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6AD705-9544-45E1-B278-8D99F718B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DFFC5B7-4963-4902-8A90-EFF576689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3F4E14-8B7C-8964-8D11-867774629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38477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2321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D355-E9D8-5AED-D06C-7445D764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Pros and Cons of Local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15183-451E-0DCF-E1AB-4119A4BFF0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CA" b="1" dirty="0"/>
              <a:t>Pros</a:t>
            </a:r>
          </a:p>
          <a:p>
            <a:r>
              <a:rPr lang="en-CA" dirty="0"/>
              <a:t>Easy to implement</a:t>
            </a:r>
          </a:p>
          <a:p>
            <a:r>
              <a:rPr lang="en-CA" dirty="0"/>
              <a:t>No additional server costs</a:t>
            </a:r>
          </a:p>
          <a:p>
            <a:r>
              <a:rPr lang="en-CA" dirty="0"/>
              <a:t>Works without internet access</a:t>
            </a:r>
          </a:p>
          <a:p>
            <a:r>
              <a:rPr lang="en-CA" dirty="0"/>
              <a:t>Loads faster</a:t>
            </a:r>
          </a:p>
          <a:p>
            <a:r>
              <a:rPr lang="en-CA" dirty="0"/>
              <a:t>Less privacy concerns</a:t>
            </a:r>
          </a:p>
          <a:p>
            <a:r>
              <a:rPr lang="en-CA" dirty="0"/>
              <a:t>Different security concerns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22FE72-9B5B-7212-82C5-825603619C24}"/>
              </a:ext>
            </a:extLst>
          </p:cNvPr>
          <p:cNvSpPr txBox="1">
            <a:spLocks/>
          </p:cNvSpPr>
          <p:nvPr/>
        </p:nvSpPr>
        <p:spPr>
          <a:xfrm>
            <a:off x="6096000" y="2060574"/>
            <a:ext cx="4396339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CA" b="1" dirty="0"/>
              <a:t>Cons</a:t>
            </a:r>
          </a:p>
          <a:p>
            <a:r>
              <a:rPr lang="en-CA" dirty="0"/>
              <a:t>If device is reset or damaged data is lost</a:t>
            </a:r>
          </a:p>
          <a:p>
            <a:r>
              <a:rPr lang="en-CA" dirty="0"/>
              <a:t>Can’t easily access the data</a:t>
            </a:r>
          </a:p>
          <a:p>
            <a:r>
              <a:rPr lang="en-CA" dirty="0"/>
              <a:t>Users can see all the data</a:t>
            </a:r>
          </a:p>
          <a:p>
            <a:r>
              <a:rPr lang="en-CA" dirty="0"/>
              <a:t>Increased app size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7136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D355-E9D8-5AED-D06C-7445D764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Pros and Cons of Cloud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15183-451E-0DCF-E1AB-4119A4BFF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2209518"/>
            <a:ext cx="4396339" cy="4195763"/>
          </a:xfrm>
        </p:spPr>
        <p:txBody>
          <a:bodyPr/>
          <a:lstStyle/>
          <a:p>
            <a:pPr marL="0" indent="0" algn="ctr">
              <a:buNone/>
            </a:pPr>
            <a:r>
              <a:rPr lang="en-CA" b="1" dirty="0"/>
              <a:t>Cons</a:t>
            </a:r>
          </a:p>
          <a:p>
            <a:r>
              <a:rPr lang="en-CA" dirty="0"/>
              <a:t>Harder to implement</a:t>
            </a:r>
          </a:p>
          <a:p>
            <a:r>
              <a:rPr lang="en-CA" dirty="0"/>
              <a:t>Additional server costs</a:t>
            </a:r>
          </a:p>
          <a:p>
            <a:r>
              <a:rPr lang="en-CA" dirty="0"/>
              <a:t>Requires internet access</a:t>
            </a:r>
          </a:p>
          <a:p>
            <a:r>
              <a:rPr lang="en-CA" dirty="0"/>
              <a:t>Can load slower</a:t>
            </a:r>
          </a:p>
          <a:p>
            <a:r>
              <a:rPr lang="en-CA" dirty="0"/>
              <a:t>Privacy concerns</a:t>
            </a:r>
          </a:p>
          <a:p>
            <a:r>
              <a:rPr lang="en-CA" dirty="0"/>
              <a:t>Different security concerns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22FE72-9B5B-7212-82C5-825603619C24}"/>
              </a:ext>
            </a:extLst>
          </p:cNvPr>
          <p:cNvSpPr txBox="1">
            <a:spLocks/>
          </p:cNvSpPr>
          <p:nvPr/>
        </p:nvSpPr>
        <p:spPr>
          <a:xfrm>
            <a:off x="952133" y="2209519"/>
            <a:ext cx="4396339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CA" b="1" dirty="0"/>
              <a:t>Pros</a:t>
            </a:r>
          </a:p>
          <a:p>
            <a:r>
              <a:rPr lang="en-CA" dirty="0"/>
              <a:t>Data is much less likely to get destroyed accidentally</a:t>
            </a:r>
          </a:p>
          <a:p>
            <a:r>
              <a:rPr lang="en-CA" dirty="0"/>
              <a:t>Easy access to and control over data</a:t>
            </a:r>
          </a:p>
          <a:p>
            <a:r>
              <a:rPr lang="en-CA" dirty="0"/>
              <a:t>Users can’t see all the data</a:t>
            </a:r>
          </a:p>
          <a:p>
            <a:r>
              <a:rPr lang="en-CA" dirty="0"/>
              <a:t>Smaller app sizes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163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bg2">
                <a:lumMod val="60000"/>
                <a:lumOff val="4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D98EFFE-02A9-4CAC-5973-3D535B89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6808362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dirty="0"/>
              <a:t>Local Storage</a:t>
            </a:r>
          </a:p>
        </p:txBody>
      </p:sp>
    </p:spTree>
    <p:extLst>
      <p:ext uri="{BB962C8B-B14F-4D97-AF65-F5344CB8AC3E}">
        <p14:creationId xmlns:p14="http://schemas.microsoft.com/office/powerpoint/2010/main" val="257561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8652-90AE-FD31-33A8-7CADA4CC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649" y="629266"/>
            <a:ext cx="5343203" cy="1641986"/>
          </a:xfrm>
        </p:spPr>
        <p:txBody>
          <a:bodyPr>
            <a:normAutofit/>
          </a:bodyPr>
          <a:lstStyle/>
          <a:p>
            <a:r>
              <a:rPr lang="en-CA" dirty="0"/>
              <a:t>Key Value Storage</a:t>
            </a:r>
          </a:p>
        </p:txBody>
      </p:sp>
      <p:pic>
        <p:nvPicPr>
          <p:cNvPr id="5" name="Picture 4" descr="Person handing over keys">
            <a:extLst>
              <a:ext uri="{FF2B5EF4-FFF2-40B4-BE49-F238E27FC236}">
                <a16:creationId xmlns:a16="http://schemas.microsoft.com/office/drawing/2014/main" id="{EC158B4D-AD6C-9B93-A5B5-65CA5DCA7B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86" r="36407" b="-1"/>
          <a:stretch/>
        </p:blipFill>
        <p:spPr>
          <a:xfrm>
            <a:off x="-1" y="10"/>
            <a:ext cx="4058949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D9D5F-4890-0046-13B4-D1BDEFDBB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649" y="1877438"/>
            <a:ext cx="6334245" cy="43709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dirty="0"/>
              <a:t>Can store key: value pairs</a:t>
            </a:r>
          </a:p>
          <a:p>
            <a:pPr>
              <a:lnSpc>
                <a:spcPct val="90000"/>
              </a:lnSpc>
            </a:pPr>
            <a:r>
              <a:rPr lang="en-CA" dirty="0"/>
              <a:t>Uses the </a:t>
            </a:r>
            <a:r>
              <a:rPr lang="en-CA" dirty="0" err="1"/>
              <a:t>shared_preferences</a:t>
            </a:r>
            <a:r>
              <a:rPr lang="en-CA" dirty="0"/>
              <a:t> package</a:t>
            </a:r>
          </a:p>
          <a:p>
            <a:pPr>
              <a:lnSpc>
                <a:spcPct val="90000"/>
              </a:lnSpc>
            </a:pPr>
            <a:r>
              <a:rPr lang="en-CA" dirty="0"/>
              <a:t>Really fast to set up</a:t>
            </a:r>
          </a:p>
          <a:p>
            <a:pPr>
              <a:lnSpc>
                <a:spcPct val="90000"/>
              </a:lnSpc>
            </a:pPr>
            <a:r>
              <a:rPr lang="en-CA" dirty="0"/>
              <a:t>Really easy to set up</a:t>
            </a:r>
          </a:p>
          <a:p>
            <a:pPr>
              <a:lnSpc>
                <a:spcPct val="90000"/>
              </a:lnSpc>
            </a:pPr>
            <a:r>
              <a:rPr lang="en-CA" dirty="0"/>
              <a:t>Can only store primitive types (int, double, bool, string, list&lt;string&gt;)</a:t>
            </a:r>
          </a:p>
          <a:p>
            <a:pPr>
              <a:lnSpc>
                <a:spcPct val="90000"/>
              </a:lnSpc>
            </a:pPr>
            <a:r>
              <a:rPr lang="en-CA" dirty="0"/>
              <a:t>Not good for large amounts of data</a:t>
            </a:r>
          </a:p>
          <a:p>
            <a:pPr>
              <a:lnSpc>
                <a:spcPct val="90000"/>
              </a:lnSpc>
            </a:pPr>
            <a:r>
              <a:rPr lang="en-CA" dirty="0"/>
              <a:t>Not guaranteed to persist data between restarts</a:t>
            </a:r>
          </a:p>
          <a:p>
            <a:pPr>
              <a:lnSpc>
                <a:spcPct val="90000"/>
              </a:lnSpc>
            </a:pPr>
            <a:r>
              <a:rPr lang="en-CA" dirty="0"/>
              <a:t>https://docs.flutter.dev/cookbook/persistence/key-value</a:t>
            </a:r>
          </a:p>
        </p:txBody>
      </p:sp>
    </p:spTree>
    <p:extLst>
      <p:ext uri="{BB962C8B-B14F-4D97-AF65-F5344CB8AC3E}">
        <p14:creationId xmlns:p14="http://schemas.microsoft.com/office/powerpoint/2010/main" val="157529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8652-90AE-FD31-33A8-7CADA4CC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649" y="629266"/>
            <a:ext cx="5343203" cy="1641986"/>
          </a:xfrm>
        </p:spPr>
        <p:txBody>
          <a:bodyPr>
            <a:normAutofit/>
          </a:bodyPr>
          <a:lstStyle/>
          <a:p>
            <a:r>
              <a:rPr lang="en-CA" dirty="0"/>
              <a:t>File Storage</a:t>
            </a:r>
          </a:p>
        </p:txBody>
      </p:sp>
      <p:pic>
        <p:nvPicPr>
          <p:cNvPr id="6" name="Picture 5" descr="Coloured organisers on shelves">
            <a:extLst>
              <a:ext uri="{FF2B5EF4-FFF2-40B4-BE49-F238E27FC236}">
                <a16:creationId xmlns:a16="http://schemas.microsoft.com/office/drawing/2014/main" id="{800DC329-BD3F-38A2-45BE-ECBE298C41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94" r="39856"/>
          <a:stretch/>
        </p:blipFill>
        <p:spPr>
          <a:xfrm>
            <a:off x="-1" y="10"/>
            <a:ext cx="4058949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D9D5F-4890-0046-13B4-D1BDEFDBB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649" y="1819072"/>
            <a:ext cx="6305062" cy="4429327"/>
          </a:xfrm>
        </p:spPr>
        <p:txBody>
          <a:bodyPr>
            <a:normAutofit/>
          </a:bodyPr>
          <a:lstStyle/>
          <a:p>
            <a:r>
              <a:rPr lang="en-CA" dirty="0"/>
              <a:t>Can store any data you can write to a file</a:t>
            </a:r>
          </a:p>
          <a:p>
            <a:r>
              <a:rPr lang="en-CA" dirty="0"/>
              <a:t>Uses the </a:t>
            </a:r>
            <a:r>
              <a:rPr lang="en-CA" dirty="0" err="1"/>
              <a:t>path_provider</a:t>
            </a:r>
            <a:r>
              <a:rPr lang="en-CA" dirty="0"/>
              <a:t> and </a:t>
            </a:r>
            <a:r>
              <a:rPr lang="en-CA" dirty="0" err="1"/>
              <a:t>dart:io</a:t>
            </a:r>
            <a:r>
              <a:rPr lang="en-CA" dirty="0"/>
              <a:t> packages</a:t>
            </a:r>
          </a:p>
          <a:p>
            <a:r>
              <a:rPr lang="en-CA" dirty="0"/>
              <a:t>2 directory options: temporary and documents</a:t>
            </a:r>
          </a:p>
          <a:p>
            <a:r>
              <a:rPr lang="en-CA" dirty="0"/>
              <a:t>Temporary – app cache that could be cleared at any time</a:t>
            </a:r>
          </a:p>
          <a:p>
            <a:r>
              <a:rPr lang="en-CA" dirty="0"/>
              <a:t>Documents – app folder that is cleared on uninstall</a:t>
            </a:r>
          </a:p>
          <a:p>
            <a:r>
              <a:rPr lang="en-CA" dirty="0"/>
              <a:t>https://docs.flutter.dev/cookbook/persistence/reading-writing-files</a:t>
            </a:r>
          </a:p>
        </p:txBody>
      </p:sp>
    </p:spTree>
    <p:extLst>
      <p:ext uri="{BB962C8B-B14F-4D97-AF65-F5344CB8AC3E}">
        <p14:creationId xmlns:p14="http://schemas.microsoft.com/office/powerpoint/2010/main" val="4066704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8652-90AE-FD31-33A8-7CADA4CC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en-CA" dirty="0"/>
              <a:t>Database Storage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8C530BD2-2297-C79F-A839-DB2A4140C0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9" r="30810" b="-1"/>
          <a:stretch/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D9D5F-4890-0046-13B4-D1BDEFDBB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6546453" cy="3809999"/>
          </a:xfrm>
        </p:spPr>
        <p:txBody>
          <a:bodyPr>
            <a:normAutofit/>
          </a:bodyPr>
          <a:lstStyle/>
          <a:p>
            <a:r>
              <a:rPr lang="en-CA" dirty="0"/>
              <a:t>Creates a local </a:t>
            </a:r>
            <a:r>
              <a:rPr lang="en-CA" dirty="0" err="1"/>
              <a:t>sql</a:t>
            </a:r>
            <a:r>
              <a:rPr lang="en-CA" dirty="0"/>
              <a:t> storage</a:t>
            </a:r>
          </a:p>
          <a:p>
            <a:r>
              <a:rPr lang="en-CA" dirty="0"/>
              <a:t>Uses the </a:t>
            </a:r>
            <a:r>
              <a:rPr lang="en-CA" dirty="0" err="1"/>
              <a:t>sqflite</a:t>
            </a:r>
            <a:r>
              <a:rPr lang="en-CA" dirty="0"/>
              <a:t> and path packages</a:t>
            </a:r>
          </a:p>
          <a:p>
            <a:r>
              <a:rPr lang="en-CA" dirty="0"/>
              <a:t>Similar storage to file storage other than allowing for </a:t>
            </a:r>
            <a:r>
              <a:rPr lang="en-CA" dirty="0" err="1"/>
              <a:t>sql</a:t>
            </a:r>
            <a:r>
              <a:rPr lang="en-CA" dirty="0"/>
              <a:t> database structure</a:t>
            </a:r>
          </a:p>
          <a:p>
            <a:r>
              <a:rPr lang="en-CA" dirty="0"/>
              <a:t>Takes more effort to set up</a:t>
            </a:r>
          </a:p>
          <a:p>
            <a:r>
              <a:rPr lang="en-CA" dirty="0"/>
              <a:t>Better for large amounts of data</a:t>
            </a:r>
          </a:p>
          <a:p>
            <a:r>
              <a:rPr lang="en-CA" dirty="0"/>
              <a:t>Requires standardizing your data as relational tables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75091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2000"/>
                <a:hueMod val="96000"/>
                <a:satMod val="128000"/>
                <a:lumMod val="114000"/>
              </a:schemeClr>
            </a:gs>
            <a:gs pos="100000">
              <a:schemeClr val="bg2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6E077-545E-62D9-C32D-3369D5570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6458419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500"/>
              <a:t>When would you use Key Value storage, file storage, or database storage?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281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1895</TotalTime>
  <Words>391</Words>
  <Application>Microsoft Office PowerPoint</Application>
  <PresentationFormat>Widescreen</PresentationFormat>
  <Paragraphs>72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Century Gothic</vt:lpstr>
      <vt:lpstr>Wingdings 3</vt:lpstr>
      <vt:lpstr>Ion</vt:lpstr>
      <vt:lpstr>Storage in flutter</vt:lpstr>
      <vt:lpstr>Announcements</vt:lpstr>
      <vt:lpstr>Expectations</vt:lpstr>
      <vt:lpstr>So far our apps have all reset everything when closed. What if we want to save data between sessions?</vt:lpstr>
      <vt:lpstr>Saving data between sessions is called Persistence</vt:lpstr>
      <vt:lpstr>Local vs Cloud Storage</vt:lpstr>
      <vt:lpstr>Pros and Cons of Local Storage</vt:lpstr>
      <vt:lpstr>Pros and Cons of Cloud Storage</vt:lpstr>
      <vt:lpstr>Local Storage</vt:lpstr>
      <vt:lpstr>Key Value Storage</vt:lpstr>
      <vt:lpstr>File Storage</vt:lpstr>
      <vt:lpstr>Database Storage</vt:lpstr>
      <vt:lpstr>When would you use Key Value storage, file storage, or database storage?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Maurer</dc:creator>
  <cp:lastModifiedBy>Tom Maurer</cp:lastModifiedBy>
  <cp:revision>2</cp:revision>
  <dcterms:created xsi:type="dcterms:W3CDTF">2024-08-30T16:20:47Z</dcterms:created>
  <dcterms:modified xsi:type="dcterms:W3CDTF">2024-10-05T17:31:54Z</dcterms:modified>
</cp:coreProperties>
</file>